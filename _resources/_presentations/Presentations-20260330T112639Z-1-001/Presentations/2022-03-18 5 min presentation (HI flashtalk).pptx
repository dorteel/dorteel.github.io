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1df814074f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11df814074f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1df814074f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g11df814074f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1df814074f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g11df814074f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1" name="Google Shape;61;p1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2" name="Google Shape;62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5" name="Google Shape;6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22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>
            <p:ph type="ctrTitle"/>
          </p:nvPr>
        </p:nvSpPr>
        <p:spPr>
          <a:xfrm>
            <a:off x="51075" y="860925"/>
            <a:ext cx="9144000" cy="1375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hu" sz="3800">
                <a:solidFill>
                  <a:schemeClr val="dk2"/>
                </a:solidFill>
              </a:rPr>
              <a:t>Common sense reasoning</a:t>
            </a:r>
            <a:br>
              <a:rPr lang="hu" sz="3800">
                <a:solidFill>
                  <a:schemeClr val="dk2"/>
                </a:solidFill>
              </a:rPr>
            </a:br>
            <a:r>
              <a:rPr lang="hu" sz="3800">
                <a:solidFill>
                  <a:schemeClr val="dk2"/>
                </a:solidFill>
              </a:rPr>
              <a:t>for embodied agents</a:t>
            </a:r>
            <a:br>
              <a:rPr lang="hu" sz="3800">
                <a:solidFill>
                  <a:schemeClr val="dk2"/>
                </a:solidFill>
              </a:rPr>
            </a:br>
            <a:endParaRPr sz="2200">
              <a:solidFill>
                <a:schemeClr val="dk2"/>
              </a:solidFill>
            </a:endParaRPr>
          </a:p>
        </p:txBody>
      </p:sp>
      <p:sp>
        <p:nvSpPr>
          <p:cNvPr id="100" name="Google Shape;100;p25"/>
          <p:cNvSpPr txBox="1"/>
          <p:nvPr>
            <p:ph idx="1" type="subTitle"/>
          </p:nvPr>
        </p:nvSpPr>
        <p:spPr>
          <a:xfrm>
            <a:off x="311700" y="3390350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hu"/>
              <a:t>18</a:t>
            </a:r>
            <a:r>
              <a:rPr lang="hu"/>
              <a:t>/0</a:t>
            </a:r>
            <a:r>
              <a:rPr lang="hu"/>
              <a:t>3</a:t>
            </a:r>
            <a:r>
              <a:rPr lang="hu"/>
              <a:t>/2022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hu" sz="1800"/>
              <a:t>Mark Adamik</a:t>
            </a:r>
            <a:endParaRPr sz="1800"/>
          </a:p>
        </p:txBody>
      </p:sp>
      <p:sp>
        <p:nvSpPr>
          <p:cNvPr id="101" name="Google Shape;101;p25"/>
          <p:cNvSpPr txBox="1"/>
          <p:nvPr>
            <p:ph idx="1" type="subTitle"/>
          </p:nvPr>
        </p:nvSpPr>
        <p:spPr>
          <a:xfrm>
            <a:off x="311700" y="2273300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hu" sz="2100"/>
              <a:t>Supervised by Ilaria Tiddi, Stefan Schlobach and Piek Vossen</a:t>
            </a:r>
            <a:endParaRPr sz="2100"/>
          </a:p>
        </p:txBody>
      </p:sp>
      <p:pic>
        <p:nvPicPr>
          <p:cNvPr id="102" name="Google Shape;10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33300" y="4182952"/>
            <a:ext cx="2908550" cy="756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6"/>
          <p:cNvSpPr txBox="1"/>
          <p:nvPr>
            <p:ph idx="1" type="subTitle"/>
          </p:nvPr>
        </p:nvSpPr>
        <p:spPr>
          <a:xfrm>
            <a:off x="198650" y="420200"/>
            <a:ext cx="8520600" cy="21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hu" sz="1400"/>
              <a:t> Research questions:</a:t>
            </a:r>
            <a:br>
              <a:rPr lang="hu" sz="1400"/>
            </a:br>
            <a:endParaRPr sz="1400"/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hu" sz="1400"/>
              <a:t>How to identify and extract the bits of relevant common-sense knowledge needed to perform a task?</a:t>
            </a:r>
            <a:br>
              <a:rPr lang="hu" sz="1400"/>
            </a:br>
            <a:endParaRPr sz="1400"/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hu" sz="1400"/>
              <a:t>How to combine this knowledge with the robot’s multi-modal knowledge?</a:t>
            </a:r>
            <a:br>
              <a:rPr lang="hu" sz="1400"/>
            </a:br>
            <a:endParaRPr sz="1400"/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hu" sz="1400"/>
              <a:t>How can the robot use the combined knowledge to frame hypotheses that can make him understand and take action in a given situation?</a:t>
            </a:r>
            <a:endParaRPr sz="700"/>
          </a:p>
        </p:txBody>
      </p:sp>
      <p:pic>
        <p:nvPicPr>
          <p:cNvPr id="108" name="Google Shape;10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03800" y="2174125"/>
            <a:ext cx="3122575" cy="3122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16325" y="152401"/>
            <a:ext cx="1775274" cy="4618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6"/>
          <p:cNvSpPr txBox="1"/>
          <p:nvPr/>
        </p:nvSpPr>
        <p:spPr>
          <a:xfrm>
            <a:off x="198650" y="2877800"/>
            <a:ext cx="59322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">
                <a:solidFill>
                  <a:schemeClr val="dk2"/>
                </a:solidFill>
              </a:rPr>
              <a:t> Current status:</a:t>
            </a:r>
            <a:br>
              <a:rPr lang="hu">
                <a:solidFill>
                  <a:schemeClr val="dk2"/>
                </a:solidFill>
              </a:rPr>
            </a:b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AutoNum type="arabicPeriod"/>
            </a:pPr>
            <a:r>
              <a:rPr lang="hu">
                <a:solidFill>
                  <a:schemeClr val="dk2"/>
                </a:solidFill>
              </a:rPr>
              <a:t>Literature review (problems &amp; challenges)</a:t>
            </a:r>
            <a:br>
              <a:rPr lang="hu">
                <a:solidFill>
                  <a:schemeClr val="dk2"/>
                </a:solidFill>
              </a:rPr>
            </a:b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AutoNum type="arabicPeriod"/>
            </a:pPr>
            <a:r>
              <a:rPr lang="hu">
                <a:solidFill>
                  <a:schemeClr val="dk2"/>
                </a:solidFill>
              </a:rPr>
              <a:t>Hand-crafting knowledge graph of robot components and functions</a:t>
            </a:r>
            <a:br>
              <a:rPr lang="hu">
                <a:solidFill>
                  <a:schemeClr val="dk2"/>
                </a:solidFill>
              </a:rPr>
            </a:b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AutoNum type="arabicPeriod"/>
            </a:pPr>
            <a:r>
              <a:rPr lang="hu">
                <a:solidFill>
                  <a:schemeClr val="dk2"/>
                </a:solidFill>
              </a:rPr>
              <a:t>Creating simulation environment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0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0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0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7"/>
          <p:cNvSpPr txBox="1"/>
          <p:nvPr>
            <p:ph idx="1" type="subTitle"/>
          </p:nvPr>
        </p:nvSpPr>
        <p:spPr>
          <a:xfrm>
            <a:off x="198650" y="420200"/>
            <a:ext cx="8520600" cy="9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hu" sz="1400"/>
              <a:t>Background</a:t>
            </a:r>
            <a:r>
              <a:rPr b="1" lang="hu" sz="1400"/>
              <a:t>:</a:t>
            </a:r>
            <a:br>
              <a:rPr lang="hu" sz="1400"/>
            </a:br>
            <a:endParaRPr sz="1400"/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hu" sz="1400"/>
              <a:t>Robotics background (both BSc and MSc)</a:t>
            </a:r>
            <a:endParaRPr sz="700"/>
          </a:p>
        </p:txBody>
      </p:sp>
      <p:sp>
        <p:nvSpPr>
          <p:cNvPr id="116" name="Google Shape;116;p27"/>
          <p:cNvSpPr txBox="1"/>
          <p:nvPr/>
        </p:nvSpPr>
        <p:spPr>
          <a:xfrm>
            <a:off x="198650" y="3103950"/>
            <a:ext cx="59322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">
                <a:solidFill>
                  <a:schemeClr val="dk2"/>
                </a:solidFill>
              </a:rPr>
              <a:t> About me:</a:t>
            </a:r>
            <a:br>
              <a:rPr lang="hu">
                <a:solidFill>
                  <a:schemeClr val="dk2"/>
                </a:solidFill>
              </a:rPr>
            </a:b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hu">
                <a:solidFill>
                  <a:schemeClr val="dk2"/>
                </a:solidFill>
              </a:rPr>
              <a:t>Hungarian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hu">
                <a:solidFill>
                  <a:schemeClr val="dk2"/>
                </a:solidFill>
              </a:rPr>
              <a:t>Travelling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hu">
                <a:solidFill>
                  <a:schemeClr val="dk2"/>
                </a:solidFill>
              </a:rPr>
              <a:t>Winter bathing &amp; martial arts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117" name="Google Shape;11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33275" y="-57700"/>
            <a:ext cx="1908600" cy="190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31323" y="1816250"/>
            <a:ext cx="2211100" cy="781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33300" y="4182952"/>
            <a:ext cx="2908550" cy="75667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7"/>
          <p:cNvSpPr txBox="1"/>
          <p:nvPr/>
        </p:nvSpPr>
        <p:spPr>
          <a:xfrm>
            <a:off x="198650" y="1239500"/>
            <a:ext cx="6330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hu">
                <a:solidFill>
                  <a:schemeClr val="dk2"/>
                </a:solidFill>
              </a:rPr>
              <a:t>Internship at Honda Research Institute Japan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27"/>
          <p:cNvSpPr txBox="1"/>
          <p:nvPr/>
        </p:nvSpPr>
        <p:spPr>
          <a:xfrm>
            <a:off x="198650" y="1607425"/>
            <a:ext cx="61677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hu">
                <a:solidFill>
                  <a:schemeClr val="dk2"/>
                </a:solidFill>
              </a:rPr>
              <a:t>Working as a student research assistant:</a:t>
            </a:r>
            <a:endParaRPr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-317500" lvl="1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hu">
                <a:solidFill>
                  <a:schemeClr val="dk2"/>
                </a:solidFill>
              </a:rPr>
              <a:t>Drone Research Lab (FPGA-based flight controller)</a:t>
            </a:r>
            <a:endParaRPr>
              <a:solidFill>
                <a:schemeClr val="dk2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-317500" lvl="1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hu">
                <a:solidFill>
                  <a:schemeClr val="dk2"/>
                </a:solidFill>
              </a:rPr>
              <a:t>Human-Robot Interaction Lab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