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93a0a5e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93a0a5e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93a0a5e3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93a0a5e3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93a0a5e3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93a0a5e3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93a0a5e3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93a0a5e3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93a0a5e3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93a0a5e3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6526389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6526389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65263899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65263899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8c6ae47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8c6ae47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cc682f6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cc682f6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93a0a5e3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93a0a5e3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93a0a5e3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93a0a5e3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93a0a5e3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93a0a5e3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deep feeling of gratitude and love is what motivates me to make this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growth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26% fat 89.4kg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Swedenborg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Saunas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good morning</a:t>
            </a:r>
            <a:br>
              <a:rPr lang="en"/>
            </a:br>
            <a:r>
              <a:rPr lang="en"/>
              <a:t>Starts with a good evening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8772" y="610100"/>
            <a:ext cx="3724699" cy="384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Discussions with Nikos: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Where does the reward </a:t>
            </a:r>
            <a:r>
              <a:rPr lang="en"/>
              <a:t>function</a:t>
            </a:r>
            <a:r>
              <a:rPr lang="en"/>
              <a:t> come from?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Trip to Scandinavia - Merging Christianity with Nordic Mythology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519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journey (Carl Jung)</a:t>
            </a:r>
            <a:br>
              <a:rPr lang="en"/>
            </a:br>
            <a:r>
              <a:rPr lang="en"/>
              <a:t>Energy goes more inwards, which is a dying 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Staycation - reorient my PhD interests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Chaga - Never thought I would go to work with an axe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“Hunting” store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floors - different speciality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Stereotypical Finns - Alcoholics in the north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don’t think it’s true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By the middle of the second month I was brewing mead in my sauna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 Summer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next?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519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Nikos, Majeed, Tae, Ines, Emile, Taraneh, Thivyan, Andreas, Erman, Daniel, Dimitris, Selene, JC, Lise, Romy, Ritten, Giacomo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Stefan and Ilaria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