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Ubuntu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Ubuntu-regular.fnt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Ubuntu-italic.fntdata"/><Relationship Id="rId14" Type="http://schemas.openxmlformats.org/officeDocument/2006/relationships/font" Target="fonts/Ubuntu-bold.fntdata"/><Relationship Id="rId16" Type="http://schemas.openxmlformats.org/officeDocument/2006/relationships/font" Target="fonts/Ubuntu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7bfc88dd3d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7bfc88dd3d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7bfc88dd3d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7bfc88dd3d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7bfc88dd3d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7bfc88dd3d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7bfc88dd3d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7bfc88dd3d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7c0108667f_0_5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7c0108667f_0_5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focus of this system is to leverage the model base that is hosted on huggingface, and to provide a framework that allows roboticists to reuse the models developed.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7bfc88dd3d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7" name="Google Shape;227;g37bfc88dd3d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3"/>
          <p:cNvSpPr/>
          <p:nvPr/>
        </p:nvSpPr>
        <p:spPr>
          <a:xfrm>
            <a:off x="0" y="-160722"/>
            <a:ext cx="9144000" cy="5370600"/>
          </a:xfrm>
          <a:prstGeom prst="rect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3"/>
          <p:cNvSpPr txBox="1"/>
          <p:nvPr/>
        </p:nvSpPr>
        <p:spPr>
          <a:xfrm>
            <a:off x="311708" y="85850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200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  <a:t>Title</a:t>
            </a:r>
            <a:endParaRPr b="1" sz="5200">
              <a:solidFill>
                <a:srgbClr val="FFFFFF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401650" y="2571750"/>
            <a:ext cx="8520600" cy="157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88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  <a:t>Mark Adamik</a:t>
            </a:r>
            <a:endParaRPr b="1" sz="2888">
              <a:solidFill>
                <a:srgbClr val="FFFFFF"/>
              </a:solidFill>
              <a:latin typeface="Ubuntu"/>
              <a:ea typeface="Ubuntu"/>
              <a:cs typeface="Ubuntu"/>
              <a:sym typeface="Ubuntu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b="1" lang="en" sz="1555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</a:br>
            <a:r>
              <a:rPr b="1" lang="en" sz="1555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  <a:t>Event</a:t>
            </a:r>
            <a:br>
              <a:rPr b="1" lang="en" sz="1555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</a:br>
            <a:r>
              <a:rPr b="1" lang="en" sz="1555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  <a:t>dd-mm-yyyy</a:t>
            </a:r>
            <a:endParaRPr b="1" sz="1555">
              <a:solidFill>
                <a:srgbClr val="FFFFFF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pic>
        <p:nvPicPr>
          <p:cNvPr id="59" name="Google Shape;59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0975" y="4187144"/>
            <a:ext cx="3128100" cy="764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30763" y="4187174"/>
            <a:ext cx="4213228" cy="94635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3"/>
          <p:cNvSpPr/>
          <p:nvPr/>
        </p:nvSpPr>
        <p:spPr>
          <a:xfrm>
            <a:off x="1253700" y="2707050"/>
            <a:ext cx="6636600" cy="44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4"/>
          <p:cNvSpPr/>
          <p:nvPr/>
        </p:nvSpPr>
        <p:spPr>
          <a:xfrm>
            <a:off x="0" y="2550650"/>
            <a:ext cx="9144000" cy="2659200"/>
          </a:xfrm>
          <a:prstGeom prst="rect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4"/>
          <p:cNvSpPr txBox="1"/>
          <p:nvPr/>
        </p:nvSpPr>
        <p:spPr>
          <a:xfrm>
            <a:off x="31050" y="0"/>
            <a:ext cx="9081900" cy="275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200">
                <a:solidFill>
                  <a:schemeClr val="accent1"/>
                </a:solidFill>
                <a:latin typeface="Ubuntu"/>
                <a:ea typeface="Ubuntu"/>
                <a:cs typeface="Ubuntu"/>
                <a:sym typeface="Ubuntu"/>
              </a:rPr>
              <a:t>Title</a:t>
            </a:r>
            <a:endParaRPr b="1" sz="5200">
              <a:solidFill>
                <a:schemeClr val="accent1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69" name="Google Shape;69;p14"/>
          <p:cNvSpPr txBox="1"/>
          <p:nvPr/>
        </p:nvSpPr>
        <p:spPr>
          <a:xfrm>
            <a:off x="414000" y="2661200"/>
            <a:ext cx="8520600" cy="1315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88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  <a:t>Mark Adamik</a:t>
            </a:r>
            <a:endParaRPr b="1" sz="2888">
              <a:solidFill>
                <a:srgbClr val="FFFFFF"/>
              </a:solidFill>
              <a:latin typeface="Ubuntu"/>
              <a:ea typeface="Ubuntu"/>
              <a:cs typeface="Ubuntu"/>
              <a:sym typeface="Ubuntu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b="1" lang="en" sz="1555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</a:br>
            <a:r>
              <a:rPr b="1" lang="en" sz="1555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  <a:t>Event</a:t>
            </a:r>
            <a:br>
              <a:rPr b="1" lang="en" sz="1555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</a:br>
            <a:r>
              <a:rPr b="1" lang="en" sz="1555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  <a:t>dd-mm-yyyy</a:t>
            </a:r>
            <a:endParaRPr b="1" sz="1555">
              <a:solidFill>
                <a:srgbClr val="FFFFFF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pic>
        <p:nvPicPr>
          <p:cNvPr id="70" name="Google Shape;7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0975" y="4187144"/>
            <a:ext cx="3128100" cy="764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30763" y="4187174"/>
            <a:ext cx="4213228" cy="946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/>
          <p:nvPr/>
        </p:nvSpPr>
        <p:spPr>
          <a:xfrm>
            <a:off x="0" y="0"/>
            <a:ext cx="9144000" cy="69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5"/>
          <p:cNvSpPr txBox="1"/>
          <p:nvPr>
            <p:ph idx="1" type="subTitle"/>
          </p:nvPr>
        </p:nvSpPr>
        <p:spPr>
          <a:xfrm>
            <a:off x="358025" y="40500"/>
            <a:ext cx="8786100" cy="6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Outline</a:t>
            </a:r>
            <a:endParaRPr b="1">
              <a:solidFill>
                <a:schemeClr val="lt1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78" name="Google Shape;78;p15"/>
          <p:cNvSpPr txBox="1"/>
          <p:nvPr/>
        </p:nvSpPr>
        <p:spPr>
          <a:xfrm>
            <a:off x="265850" y="1057600"/>
            <a:ext cx="8443500" cy="40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AutoNum type="arabicPeriod"/>
            </a:pPr>
            <a:r>
              <a:rPr b="1" lang="en" sz="2000">
                <a:solidFill>
                  <a:schemeClr val="accent1"/>
                </a:solidFill>
              </a:rPr>
              <a:t>First topic</a:t>
            </a:r>
            <a:endParaRPr b="1" sz="2000">
              <a:solidFill>
                <a:schemeClr val="accent1"/>
              </a:solidFill>
            </a:endParaRPr>
          </a:p>
          <a:p>
            <a:pPr indent="-3556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AutoNum type="arabicPeriod"/>
            </a:pPr>
            <a:r>
              <a:rPr b="1" lang="en" sz="2000">
                <a:solidFill>
                  <a:schemeClr val="accent1"/>
                </a:solidFill>
              </a:rPr>
              <a:t>…</a:t>
            </a:r>
            <a:endParaRPr b="1" sz="2000">
              <a:solidFill>
                <a:schemeClr val="accent1"/>
              </a:solidFill>
            </a:endParaRPr>
          </a:p>
          <a:p>
            <a:pPr indent="-3556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AutoNum type="arabicPeriod"/>
            </a:pPr>
            <a:r>
              <a:rPr b="1" lang="en" sz="2000">
                <a:solidFill>
                  <a:schemeClr val="accent1"/>
                </a:solidFill>
              </a:rPr>
              <a:t>Last topic</a:t>
            </a:r>
            <a:endParaRPr b="1" sz="200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6"/>
          <p:cNvSpPr/>
          <p:nvPr/>
        </p:nvSpPr>
        <p:spPr>
          <a:xfrm>
            <a:off x="0" y="1647075"/>
            <a:ext cx="9144000" cy="1496700"/>
          </a:xfrm>
          <a:prstGeom prst="rect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My PhD Topic</a:t>
            </a:r>
            <a:endParaRPr b="1" sz="4000">
              <a:solidFill>
                <a:schemeClr val="lt1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/>
          <p:nvPr/>
        </p:nvSpPr>
        <p:spPr>
          <a:xfrm>
            <a:off x="0" y="2693675"/>
            <a:ext cx="9144000" cy="1496700"/>
          </a:xfrm>
          <a:prstGeom prst="rect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7"/>
          <p:cNvSpPr txBox="1"/>
          <p:nvPr>
            <p:ph type="ctrTitle"/>
          </p:nvPr>
        </p:nvSpPr>
        <p:spPr>
          <a:xfrm>
            <a:off x="311700" y="3127125"/>
            <a:ext cx="8520600" cy="716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Perceived-Entity Linking</a:t>
            </a:r>
            <a:endParaRPr b="1" sz="4000">
              <a:solidFill>
                <a:schemeClr val="lt1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91" name="Google Shape;91;p17"/>
          <p:cNvSpPr/>
          <p:nvPr/>
        </p:nvSpPr>
        <p:spPr>
          <a:xfrm>
            <a:off x="0" y="4273750"/>
            <a:ext cx="9144000" cy="786000"/>
          </a:xfrm>
          <a:prstGeom prst="rect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7"/>
          <p:cNvSpPr txBox="1"/>
          <p:nvPr>
            <p:ph type="ctrTitle"/>
          </p:nvPr>
        </p:nvSpPr>
        <p:spPr>
          <a:xfrm>
            <a:off x="369475" y="4273750"/>
            <a:ext cx="8520600" cy="786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Advancing robotic perception with perceived-entity linking</a:t>
            </a:r>
            <a:br>
              <a:rPr b="1" lang="en" sz="200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</a:br>
            <a:br>
              <a:rPr b="1" lang="en" sz="70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</a:br>
            <a:r>
              <a:rPr b="1" lang="en" sz="888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International Semantic Web Conference, 2024</a:t>
            </a:r>
            <a:endParaRPr b="1" sz="888">
              <a:solidFill>
                <a:schemeClr val="lt1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pic>
        <p:nvPicPr>
          <p:cNvPr id="93" name="Google Shape;93;p17" title="PEL-PEL.raw-label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5950" y="343201"/>
            <a:ext cx="7832100" cy="198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/>
          <p:nvPr/>
        </p:nvSpPr>
        <p:spPr>
          <a:xfrm>
            <a:off x="163889" y="4269825"/>
            <a:ext cx="8860200" cy="805200"/>
          </a:xfrm>
          <a:prstGeom prst="roundRect">
            <a:avLst>
              <a:gd fmla="val 15412" name="adj"/>
            </a:avLst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8"/>
          <p:cNvSpPr/>
          <p:nvPr/>
        </p:nvSpPr>
        <p:spPr>
          <a:xfrm>
            <a:off x="163889" y="3396550"/>
            <a:ext cx="8860200" cy="805200"/>
          </a:xfrm>
          <a:prstGeom prst="roundRect">
            <a:avLst>
              <a:gd fmla="val 15412" name="adj"/>
            </a:avLst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8"/>
          <p:cNvSpPr/>
          <p:nvPr/>
        </p:nvSpPr>
        <p:spPr>
          <a:xfrm>
            <a:off x="141889" y="2523300"/>
            <a:ext cx="8860200" cy="805200"/>
          </a:xfrm>
          <a:prstGeom prst="roundRect">
            <a:avLst>
              <a:gd fmla="val 15412" name="adj"/>
            </a:avLst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8"/>
          <p:cNvSpPr/>
          <p:nvPr/>
        </p:nvSpPr>
        <p:spPr>
          <a:xfrm>
            <a:off x="163889" y="1651913"/>
            <a:ext cx="8860200" cy="805200"/>
          </a:xfrm>
          <a:prstGeom prst="roundRect">
            <a:avLst>
              <a:gd fmla="val 15412" name="adj"/>
            </a:avLst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8"/>
          <p:cNvSpPr/>
          <p:nvPr/>
        </p:nvSpPr>
        <p:spPr>
          <a:xfrm>
            <a:off x="163889" y="769275"/>
            <a:ext cx="8860200" cy="805200"/>
          </a:xfrm>
          <a:prstGeom prst="roundRect">
            <a:avLst>
              <a:gd fmla="val 15412" name="adj"/>
            </a:avLst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8"/>
          <p:cNvSpPr/>
          <p:nvPr/>
        </p:nvSpPr>
        <p:spPr>
          <a:xfrm>
            <a:off x="169825" y="776800"/>
            <a:ext cx="4830300" cy="805200"/>
          </a:xfrm>
          <a:prstGeom prst="roundRect">
            <a:avLst>
              <a:gd fmla="val 15412" name="adj"/>
            </a:avLst>
          </a:prstGeom>
          <a:solidFill>
            <a:srgbClr val="EEEEEE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8"/>
          <p:cNvSpPr/>
          <p:nvPr/>
        </p:nvSpPr>
        <p:spPr>
          <a:xfrm>
            <a:off x="0" y="0"/>
            <a:ext cx="9144000" cy="692100"/>
          </a:xfrm>
          <a:prstGeom prst="rect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8"/>
          <p:cNvSpPr txBox="1"/>
          <p:nvPr>
            <p:ph idx="1" type="subTitle"/>
          </p:nvPr>
        </p:nvSpPr>
        <p:spPr>
          <a:xfrm>
            <a:off x="108250" y="40500"/>
            <a:ext cx="8786100" cy="6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October</a:t>
            </a:r>
            <a:endParaRPr b="1">
              <a:solidFill>
                <a:schemeClr val="lt1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106" name="Google Shape;106;p18"/>
          <p:cNvSpPr/>
          <p:nvPr/>
        </p:nvSpPr>
        <p:spPr>
          <a:xfrm>
            <a:off x="461900" y="776800"/>
            <a:ext cx="648300" cy="805200"/>
          </a:xfrm>
          <a:prstGeom prst="roundRect">
            <a:avLst>
              <a:gd fmla="val 16667" name="adj"/>
            </a:avLst>
          </a:prstGeom>
          <a:solidFill>
            <a:srgbClr val="B7B7B7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8"/>
          <p:cNvSpPr/>
          <p:nvPr/>
        </p:nvSpPr>
        <p:spPr>
          <a:xfrm>
            <a:off x="461900" y="776800"/>
            <a:ext cx="648300" cy="191400"/>
          </a:xfrm>
          <a:prstGeom prst="roundRect">
            <a:avLst>
              <a:gd fmla="val 50000" name="adj"/>
            </a:avLst>
          </a:prstGeom>
          <a:solidFill>
            <a:srgbClr val="B7B7B7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8"/>
          <p:cNvSpPr/>
          <p:nvPr/>
        </p:nvSpPr>
        <p:spPr>
          <a:xfrm>
            <a:off x="1110200" y="776800"/>
            <a:ext cx="648300" cy="805200"/>
          </a:xfrm>
          <a:prstGeom prst="roundRect">
            <a:avLst>
              <a:gd fmla="val 16667" name="adj"/>
            </a:avLst>
          </a:prstGeom>
          <a:solidFill>
            <a:srgbClr val="B7B7B7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8"/>
          <p:cNvSpPr/>
          <p:nvPr/>
        </p:nvSpPr>
        <p:spPr>
          <a:xfrm>
            <a:off x="1110200" y="776800"/>
            <a:ext cx="648300" cy="191400"/>
          </a:xfrm>
          <a:prstGeom prst="roundRect">
            <a:avLst>
              <a:gd fmla="val 50000" name="adj"/>
            </a:avLst>
          </a:prstGeom>
          <a:solidFill>
            <a:srgbClr val="B7B7B7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8"/>
          <p:cNvSpPr/>
          <p:nvPr/>
        </p:nvSpPr>
        <p:spPr>
          <a:xfrm>
            <a:off x="1758500" y="776800"/>
            <a:ext cx="648300" cy="805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8"/>
          <p:cNvSpPr/>
          <p:nvPr/>
        </p:nvSpPr>
        <p:spPr>
          <a:xfrm>
            <a:off x="1758500" y="776800"/>
            <a:ext cx="648300" cy="191400"/>
          </a:xfrm>
          <a:prstGeom prst="roundRect">
            <a:avLst>
              <a:gd fmla="val 50000" name="adj"/>
            </a:avLst>
          </a:prstGeom>
          <a:solidFill>
            <a:srgbClr val="B7B7B7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8"/>
          <p:cNvSpPr/>
          <p:nvPr/>
        </p:nvSpPr>
        <p:spPr>
          <a:xfrm>
            <a:off x="2406800" y="776800"/>
            <a:ext cx="648300" cy="805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8"/>
          <p:cNvSpPr/>
          <p:nvPr/>
        </p:nvSpPr>
        <p:spPr>
          <a:xfrm>
            <a:off x="2406800" y="776800"/>
            <a:ext cx="648300" cy="191400"/>
          </a:xfrm>
          <a:prstGeom prst="roundRect">
            <a:avLst>
              <a:gd fmla="val 50000" name="adj"/>
            </a:avLst>
          </a:prstGeom>
          <a:solidFill>
            <a:srgbClr val="B7B7B7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8"/>
          <p:cNvSpPr/>
          <p:nvPr/>
        </p:nvSpPr>
        <p:spPr>
          <a:xfrm>
            <a:off x="3055100" y="776800"/>
            <a:ext cx="648300" cy="805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8"/>
          <p:cNvSpPr/>
          <p:nvPr/>
        </p:nvSpPr>
        <p:spPr>
          <a:xfrm>
            <a:off x="3055100" y="776800"/>
            <a:ext cx="648300" cy="191400"/>
          </a:xfrm>
          <a:prstGeom prst="roundRect">
            <a:avLst>
              <a:gd fmla="val 50000" name="adj"/>
            </a:avLst>
          </a:prstGeom>
          <a:solidFill>
            <a:srgbClr val="B7B7B7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8"/>
          <p:cNvSpPr/>
          <p:nvPr/>
        </p:nvSpPr>
        <p:spPr>
          <a:xfrm>
            <a:off x="3703400" y="776800"/>
            <a:ext cx="648300" cy="805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8"/>
          <p:cNvSpPr/>
          <p:nvPr/>
        </p:nvSpPr>
        <p:spPr>
          <a:xfrm>
            <a:off x="3703400" y="776800"/>
            <a:ext cx="648300" cy="191400"/>
          </a:xfrm>
          <a:prstGeom prst="roundRect">
            <a:avLst>
              <a:gd fmla="val 50000" name="adj"/>
            </a:avLst>
          </a:prstGeom>
          <a:solidFill>
            <a:srgbClr val="B7B7B7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8"/>
          <p:cNvSpPr/>
          <p:nvPr/>
        </p:nvSpPr>
        <p:spPr>
          <a:xfrm>
            <a:off x="4351700" y="776800"/>
            <a:ext cx="648300" cy="805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8"/>
          <p:cNvSpPr/>
          <p:nvPr/>
        </p:nvSpPr>
        <p:spPr>
          <a:xfrm>
            <a:off x="4351700" y="776800"/>
            <a:ext cx="648300" cy="191400"/>
          </a:xfrm>
          <a:prstGeom prst="roundRect">
            <a:avLst>
              <a:gd fmla="val 50000" name="adj"/>
            </a:avLst>
          </a:prstGeom>
          <a:solidFill>
            <a:srgbClr val="B7B7B7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8"/>
          <p:cNvSpPr txBox="1"/>
          <p:nvPr/>
        </p:nvSpPr>
        <p:spPr>
          <a:xfrm rot="-5400000">
            <a:off x="-77425" y="976375"/>
            <a:ext cx="81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rPr>
              <a:t>Week 1</a:t>
            </a:r>
            <a:endParaRPr b="1">
              <a:solidFill>
                <a:schemeClr val="dk2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121" name="Google Shape;121;p18"/>
          <p:cNvSpPr/>
          <p:nvPr/>
        </p:nvSpPr>
        <p:spPr>
          <a:xfrm>
            <a:off x="159500" y="1651638"/>
            <a:ext cx="4830300" cy="805200"/>
          </a:xfrm>
          <a:prstGeom prst="roundRect">
            <a:avLst>
              <a:gd fmla="val 15412" name="adj"/>
            </a:avLst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8"/>
          <p:cNvSpPr/>
          <p:nvPr/>
        </p:nvSpPr>
        <p:spPr>
          <a:xfrm>
            <a:off x="451575" y="1651638"/>
            <a:ext cx="648300" cy="805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8"/>
          <p:cNvSpPr/>
          <p:nvPr/>
        </p:nvSpPr>
        <p:spPr>
          <a:xfrm>
            <a:off x="451575" y="1651638"/>
            <a:ext cx="648300" cy="191400"/>
          </a:xfrm>
          <a:prstGeom prst="roundRect">
            <a:avLst>
              <a:gd fmla="val 50000" name="adj"/>
            </a:avLst>
          </a:prstGeom>
          <a:solidFill>
            <a:srgbClr val="B7B7B7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8"/>
          <p:cNvSpPr/>
          <p:nvPr/>
        </p:nvSpPr>
        <p:spPr>
          <a:xfrm>
            <a:off x="1099875" y="1651638"/>
            <a:ext cx="648300" cy="805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8"/>
          <p:cNvSpPr/>
          <p:nvPr/>
        </p:nvSpPr>
        <p:spPr>
          <a:xfrm>
            <a:off x="1099875" y="1651638"/>
            <a:ext cx="648300" cy="191400"/>
          </a:xfrm>
          <a:prstGeom prst="roundRect">
            <a:avLst>
              <a:gd fmla="val 50000" name="adj"/>
            </a:avLst>
          </a:prstGeom>
          <a:solidFill>
            <a:srgbClr val="B7B7B7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8"/>
          <p:cNvSpPr/>
          <p:nvPr/>
        </p:nvSpPr>
        <p:spPr>
          <a:xfrm>
            <a:off x="1748175" y="1651638"/>
            <a:ext cx="648300" cy="805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8"/>
          <p:cNvSpPr/>
          <p:nvPr/>
        </p:nvSpPr>
        <p:spPr>
          <a:xfrm>
            <a:off x="1748175" y="1651638"/>
            <a:ext cx="648300" cy="191400"/>
          </a:xfrm>
          <a:prstGeom prst="roundRect">
            <a:avLst>
              <a:gd fmla="val 50000" name="adj"/>
            </a:avLst>
          </a:prstGeom>
          <a:solidFill>
            <a:srgbClr val="B7B7B7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8"/>
          <p:cNvSpPr/>
          <p:nvPr/>
        </p:nvSpPr>
        <p:spPr>
          <a:xfrm>
            <a:off x="2396475" y="1651638"/>
            <a:ext cx="648300" cy="805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8"/>
          <p:cNvSpPr/>
          <p:nvPr/>
        </p:nvSpPr>
        <p:spPr>
          <a:xfrm>
            <a:off x="2396475" y="1651638"/>
            <a:ext cx="648300" cy="191400"/>
          </a:xfrm>
          <a:prstGeom prst="roundRect">
            <a:avLst>
              <a:gd fmla="val 50000" name="adj"/>
            </a:avLst>
          </a:prstGeom>
          <a:solidFill>
            <a:srgbClr val="B7B7B7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8"/>
          <p:cNvSpPr/>
          <p:nvPr/>
        </p:nvSpPr>
        <p:spPr>
          <a:xfrm>
            <a:off x="3044775" y="1651638"/>
            <a:ext cx="648300" cy="805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8"/>
          <p:cNvSpPr/>
          <p:nvPr/>
        </p:nvSpPr>
        <p:spPr>
          <a:xfrm>
            <a:off x="3044775" y="1651638"/>
            <a:ext cx="648300" cy="191400"/>
          </a:xfrm>
          <a:prstGeom prst="roundRect">
            <a:avLst>
              <a:gd fmla="val 50000" name="adj"/>
            </a:avLst>
          </a:prstGeom>
          <a:solidFill>
            <a:srgbClr val="B7B7B7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8"/>
          <p:cNvSpPr/>
          <p:nvPr/>
        </p:nvSpPr>
        <p:spPr>
          <a:xfrm>
            <a:off x="3693075" y="1651638"/>
            <a:ext cx="648300" cy="805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8"/>
          <p:cNvSpPr/>
          <p:nvPr/>
        </p:nvSpPr>
        <p:spPr>
          <a:xfrm>
            <a:off x="3693075" y="1651638"/>
            <a:ext cx="648300" cy="191400"/>
          </a:xfrm>
          <a:prstGeom prst="roundRect">
            <a:avLst>
              <a:gd fmla="val 50000" name="adj"/>
            </a:avLst>
          </a:prstGeom>
          <a:solidFill>
            <a:srgbClr val="B7B7B7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8"/>
          <p:cNvSpPr/>
          <p:nvPr/>
        </p:nvSpPr>
        <p:spPr>
          <a:xfrm>
            <a:off x="4341375" y="1651638"/>
            <a:ext cx="648300" cy="805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8"/>
          <p:cNvSpPr/>
          <p:nvPr/>
        </p:nvSpPr>
        <p:spPr>
          <a:xfrm>
            <a:off x="4341375" y="1651638"/>
            <a:ext cx="648300" cy="191400"/>
          </a:xfrm>
          <a:prstGeom prst="roundRect">
            <a:avLst>
              <a:gd fmla="val 50000" name="adj"/>
            </a:avLst>
          </a:prstGeom>
          <a:solidFill>
            <a:srgbClr val="B7B7B7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8"/>
          <p:cNvSpPr txBox="1"/>
          <p:nvPr/>
        </p:nvSpPr>
        <p:spPr>
          <a:xfrm rot="-5400000">
            <a:off x="-87750" y="1851213"/>
            <a:ext cx="81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rPr>
              <a:t>Week 2</a:t>
            </a:r>
            <a:endParaRPr b="1">
              <a:solidFill>
                <a:schemeClr val="dk2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137" name="Google Shape;137;p18"/>
          <p:cNvSpPr/>
          <p:nvPr/>
        </p:nvSpPr>
        <p:spPr>
          <a:xfrm>
            <a:off x="144013" y="2526488"/>
            <a:ext cx="4830300" cy="805200"/>
          </a:xfrm>
          <a:prstGeom prst="roundRect">
            <a:avLst>
              <a:gd fmla="val 15412" name="adj"/>
            </a:avLst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8"/>
          <p:cNvSpPr/>
          <p:nvPr/>
        </p:nvSpPr>
        <p:spPr>
          <a:xfrm>
            <a:off x="436088" y="2526488"/>
            <a:ext cx="648300" cy="805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8"/>
          <p:cNvSpPr/>
          <p:nvPr/>
        </p:nvSpPr>
        <p:spPr>
          <a:xfrm>
            <a:off x="436088" y="2526488"/>
            <a:ext cx="648300" cy="191400"/>
          </a:xfrm>
          <a:prstGeom prst="roundRect">
            <a:avLst>
              <a:gd fmla="val 50000" name="adj"/>
            </a:avLst>
          </a:prstGeom>
          <a:solidFill>
            <a:srgbClr val="B7B7B7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8"/>
          <p:cNvSpPr/>
          <p:nvPr/>
        </p:nvSpPr>
        <p:spPr>
          <a:xfrm>
            <a:off x="1084388" y="2526488"/>
            <a:ext cx="648300" cy="805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8"/>
          <p:cNvSpPr/>
          <p:nvPr/>
        </p:nvSpPr>
        <p:spPr>
          <a:xfrm>
            <a:off x="1084388" y="2526488"/>
            <a:ext cx="648300" cy="191400"/>
          </a:xfrm>
          <a:prstGeom prst="roundRect">
            <a:avLst>
              <a:gd fmla="val 50000" name="adj"/>
            </a:avLst>
          </a:prstGeom>
          <a:solidFill>
            <a:srgbClr val="B7B7B7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8"/>
          <p:cNvSpPr/>
          <p:nvPr/>
        </p:nvSpPr>
        <p:spPr>
          <a:xfrm>
            <a:off x="1732688" y="2526488"/>
            <a:ext cx="648300" cy="805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8"/>
          <p:cNvSpPr/>
          <p:nvPr/>
        </p:nvSpPr>
        <p:spPr>
          <a:xfrm>
            <a:off x="1732688" y="2526488"/>
            <a:ext cx="648300" cy="191400"/>
          </a:xfrm>
          <a:prstGeom prst="roundRect">
            <a:avLst>
              <a:gd fmla="val 50000" name="adj"/>
            </a:avLst>
          </a:prstGeom>
          <a:solidFill>
            <a:srgbClr val="B7B7B7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8"/>
          <p:cNvSpPr/>
          <p:nvPr/>
        </p:nvSpPr>
        <p:spPr>
          <a:xfrm>
            <a:off x="2380988" y="2526488"/>
            <a:ext cx="648300" cy="805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8"/>
          <p:cNvSpPr/>
          <p:nvPr/>
        </p:nvSpPr>
        <p:spPr>
          <a:xfrm>
            <a:off x="2380988" y="2526488"/>
            <a:ext cx="648300" cy="191400"/>
          </a:xfrm>
          <a:prstGeom prst="roundRect">
            <a:avLst>
              <a:gd fmla="val 50000" name="adj"/>
            </a:avLst>
          </a:prstGeom>
          <a:solidFill>
            <a:srgbClr val="B7B7B7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8"/>
          <p:cNvSpPr/>
          <p:nvPr/>
        </p:nvSpPr>
        <p:spPr>
          <a:xfrm>
            <a:off x="3029288" y="2526488"/>
            <a:ext cx="648300" cy="805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8"/>
          <p:cNvSpPr/>
          <p:nvPr/>
        </p:nvSpPr>
        <p:spPr>
          <a:xfrm>
            <a:off x="3029288" y="2526488"/>
            <a:ext cx="648300" cy="191400"/>
          </a:xfrm>
          <a:prstGeom prst="roundRect">
            <a:avLst>
              <a:gd fmla="val 50000" name="adj"/>
            </a:avLst>
          </a:prstGeom>
          <a:solidFill>
            <a:srgbClr val="B7B7B7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8"/>
          <p:cNvSpPr/>
          <p:nvPr/>
        </p:nvSpPr>
        <p:spPr>
          <a:xfrm>
            <a:off x="3677588" y="2526488"/>
            <a:ext cx="648300" cy="805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8"/>
          <p:cNvSpPr/>
          <p:nvPr/>
        </p:nvSpPr>
        <p:spPr>
          <a:xfrm>
            <a:off x="3677588" y="2526488"/>
            <a:ext cx="648300" cy="191400"/>
          </a:xfrm>
          <a:prstGeom prst="roundRect">
            <a:avLst>
              <a:gd fmla="val 50000" name="adj"/>
            </a:avLst>
          </a:prstGeom>
          <a:solidFill>
            <a:srgbClr val="B7B7B7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8"/>
          <p:cNvSpPr/>
          <p:nvPr/>
        </p:nvSpPr>
        <p:spPr>
          <a:xfrm>
            <a:off x="4325888" y="2526488"/>
            <a:ext cx="648300" cy="805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8"/>
          <p:cNvSpPr/>
          <p:nvPr/>
        </p:nvSpPr>
        <p:spPr>
          <a:xfrm>
            <a:off x="4325888" y="2526488"/>
            <a:ext cx="648300" cy="191400"/>
          </a:xfrm>
          <a:prstGeom prst="roundRect">
            <a:avLst>
              <a:gd fmla="val 50000" name="adj"/>
            </a:avLst>
          </a:prstGeom>
          <a:solidFill>
            <a:srgbClr val="B7B7B7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8"/>
          <p:cNvSpPr txBox="1"/>
          <p:nvPr/>
        </p:nvSpPr>
        <p:spPr>
          <a:xfrm rot="-5400000">
            <a:off x="-103237" y="2726063"/>
            <a:ext cx="81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rPr>
              <a:t>Week 3</a:t>
            </a:r>
            <a:endParaRPr b="1">
              <a:solidFill>
                <a:schemeClr val="dk2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153" name="Google Shape;153;p18"/>
          <p:cNvSpPr/>
          <p:nvPr/>
        </p:nvSpPr>
        <p:spPr>
          <a:xfrm>
            <a:off x="154325" y="3401338"/>
            <a:ext cx="4830300" cy="805200"/>
          </a:xfrm>
          <a:prstGeom prst="roundRect">
            <a:avLst>
              <a:gd fmla="val 15412" name="adj"/>
            </a:avLst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8"/>
          <p:cNvSpPr/>
          <p:nvPr/>
        </p:nvSpPr>
        <p:spPr>
          <a:xfrm>
            <a:off x="446400" y="3401338"/>
            <a:ext cx="648300" cy="805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8"/>
          <p:cNvSpPr/>
          <p:nvPr/>
        </p:nvSpPr>
        <p:spPr>
          <a:xfrm>
            <a:off x="446400" y="3401338"/>
            <a:ext cx="648300" cy="191400"/>
          </a:xfrm>
          <a:prstGeom prst="roundRect">
            <a:avLst>
              <a:gd fmla="val 50000" name="adj"/>
            </a:avLst>
          </a:prstGeom>
          <a:solidFill>
            <a:srgbClr val="B7B7B7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8"/>
          <p:cNvSpPr/>
          <p:nvPr/>
        </p:nvSpPr>
        <p:spPr>
          <a:xfrm>
            <a:off x="1094700" y="3401338"/>
            <a:ext cx="648300" cy="805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8"/>
          <p:cNvSpPr/>
          <p:nvPr/>
        </p:nvSpPr>
        <p:spPr>
          <a:xfrm>
            <a:off x="1094700" y="3401338"/>
            <a:ext cx="648300" cy="191400"/>
          </a:xfrm>
          <a:prstGeom prst="roundRect">
            <a:avLst>
              <a:gd fmla="val 50000" name="adj"/>
            </a:avLst>
          </a:prstGeom>
          <a:solidFill>
            <a:srgbClr val="B7B7B7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8"/>
          <p:cNvSpPr/>
          <p:nvPr/>
        </p:nvSpPr>
        <p:spPr>
          <a:xfrm>
            <a:off x="1743000" y="3401338"/>
            <a:ext cx="648300" cy="805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8"/>
          <p:cNvSpPr/>
          <p:nvPr/>
        </p:nvSpPr>
        <p:spPr>
          <a:xfrm>
            <a:off x="1743000" y="3401338"/>
            <a:ext cx="648300" cy="191400"/>
          </a:xfrm>
          <a:prstGeom prst="roundRect">
            <a:avLst>
              <a:gd fmla="val 50000" name="adj"/>
            </a:avLst>
          </a:prstGeom>
          <a:solidFill>
            <a:srgbClr val="B7B7B7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8"/>
          <p:cNvSpPr/>
          <p:nvPr/>
        </p:nvSpPr>
        <p:spPr>
          <a:xfrm>
            <a:off x="2391300" y="3401338"/>
            <a:ext cx="648300" cy="805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8"/>
          <p:cNvSpPr/>
          <p:nvPr/>
        </p:nvSpPr>
        <p:spPr>
          <a:xfrm>
            <a:off x="2391300" y="3401338"/>
            <a:ext cx="648300" cy="191400"/>
          </a:xfrm>
          <a:prstGeom prst="roundRect">
            <a:avLst>
              <a:gd fmla="val 50000" name="adj"/>
            </a:avLst>
          </a:prstGeom>
          <a:solidFill>
            <a:srgbClr val="B7B7B7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8"/>
          <p:cNvSpPr/>
          <p:nvPr/>
        </p:nvSpPr>
        <p:spPr>
          <a:xfrm>
            <a:off x="3039600" y="3401338"/>
            <a:ext cx="648300" cy="805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8"/>
          <p:cNvSpPr/>
          <p:nvPr/>
        </p:nvSpPr>
        <p:spPr>
          <a:xfrm>
            <a:off x="3039600" y="3401338"/>
            <a:ext cx="648300" cy="191400"/>
          </a:xfrm>
          <a:prstGeom prst="roundRect">
            <a:avLst>
              <a:gd fmla="val 50000" name="adj"/>
            </a:avLst>
          </a:prstGeom>
          <a:solidFill>
            <a:srgbClr val="B7B7B7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8"/>
          <p:cNvSpPr/>
          <p:nvPr/>
        </p:nvSpPr>
        <p:spPr>
          <a:xfrm>
            <a:off x="3687900" y="3401338"/>
            <a:ext cx="648300" cy="805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8"/>
          <p:cNvSpPr/>
          <p:nvPr/>
        </p:nvSpPr>
        <p:spPr>
          <a:xfrm>
            <a:off x="3687900" y="3401338"/>
            <a:ext cx="648300" cy="191400"/>
          </a:xfrm>
          <a:prstGeom prst="roundRect">
            <a:avLst>
              <a:gd fmla="val 50000" name="adj"/>
            </a:avLst>
          </a:prstGeom>
          <a:solidFill>
            <a:srgbClr val="B7B7B7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8"/>
          <p:cNvSpPr/>
          <p:nvPr/>
        </p:nvSpPr>
        <p:spPr>
          <a:xfrm>
            <a:off x="4336200" y="3401338"/>
            <a:ext cx="648300" cy="805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8"/>
          <p:cNvSpPr/>
          <p:nvPr/>
        </p:nvSpPr>
        <p:spPr>
          <a:xfrm>
            <a:off x="4336200" y="3401338"/>
            <a:ext cx="648300" cy="191400"/>
          </a:xfrm>
          <a:prstGeom prst="roundRect">
            <a:avLst>
              <a:gd fmla="val 50000" name="adj"/>
            </a:avLst>
          </a:prstGeom>
          <a:solidFill>
            <a:srgbClr val="B7B7B7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 rot="-5400000">
            <a:off x="-92925" y="3600913"/>
            <a:ext cx="81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rPr>
              <a:t>Week 4</a:t>
            </a:r>
            <a:endParaRPr b="1">
              <a:solidFill>
                <a:schemeClr val="dk2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169" name="Google Shape;169;p18"/>
          <p:cNvSpPr/>
          <p:nvPr/>
        </p:nvSpPr>
        <p:spPr>
          <a:xfrm>
            <a:off x="164675" y="4276200"/>
            <a:ext cx="4830300" cy="805200"/>
          </a:xfrm>
          <a:prstGeom prst="roundRect">
            <a:avLst>
              <a:gd fmla="val 15412" name="adj"/>
            </a:avLst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8"/>
          <p:cNvSpPr/>
          <p:nvPr/>
        </p:nvSpPr>
        <p:spPr>
          <a:xfrm>
            <a:off x="456750" y="4276200"/>
            <a:ext cx="648300" cy="805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8"/>
          <p:cNvSpPr/>
          <p:nvPr/>
        </p:nvSpPr>
        <p:spPr>
          <a:xfrm>
            <a:off x="456750" y="4276200"/>
            <a:ext cx="648300" cy="191400"/>
          </a:xfrm>
          <a:prstGeom prst="roundRect">
            <a:avLst>
              <a:gd fmla="val 50000" name="adj"/>
            </a:avLst>
          </a:prstGeom>
          <a:solidFill>
            <a:srgbClr val="B7B7B7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8"/>
          <p:cNvSpPr/>
          <p:nvPr/>
        </p:nvSpPr>
        <p:spPr>
          <a:xfrm>
            <a:off x="1105050" y="4276200"/>
            <a:ext cx="648300" cy="805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8"/>
          <p:cNvSpPr/>
          <p:nvPr/>
        </p:nvSpPr>
        <p:spPr>
          <a:xfrm>
            <a:off x="1105050" y="4276200"/>
            <a:ext cx="648300" cy="191400"/>
          </a:xfrm>
          <a:prstGeom prst="roundRect">
            <a:avLst>
              <a:gd fmla="val 50000" name="adj"/>
            </a:avLst>
          </a:prstGeom>
          <a:solidFill>
            <a:srgbClr val="B7B7B7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8"/>
          <p:cNvSpPr/>
          <p:nvPr/>
        </p:nvSpPr>
        <p:spPr>
          <a:xfrm>
            <a:off x="1753350" y="4276200"/>
            <a:ext cx="648300" cy="805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8"/>
          <p:cNvSpPr/>
          <p:nvPr/>
        </p:nvSpPr>
        <p:spPr>
          <a:xfrm>
            <a:off x="1753350" y="4276200"/>
            <a:ext cx="648300" cy="191400"/>
          </a:xfrm>
          <a:prstGeom prst="roundRect">
            <a:avLst>
              <a:gd fmla="val 50000" name="adj"/>
            </a:avLst>
          </a:prstGeom>
          <a:solidFill>
            <a:srgbClr val="B7B7B7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8"/>
          <p:cNvSpPr/>
          <p:nvPr/>
        </p:nvSpPr>
        <p:spPr>
          <a:xfrm>
            <a:off x="2401650" y="4276200"/>
            <a:ext cx="648300" cy="805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8"/>
          <p:cNvSpPr/>
          <p:nvPr/>
        </p:nvSpPr>
        <p:spPr>
          <a:xfrm>
            <a:off x="2401650" y="4276200"/>
            <a:ext cx="648300" cy="191400"/>
          </a:xfrm>
          <a:prstGeom prst="roundRect">
            <a:avLst>
              <a:gd fmla="val 50000" name="adj"/>
            </a:avLst>
          </a:prstGeom>
          <a:solidFill>
            <a:srgbClr val="B7B7B7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8"/>
          <p:cNvSpPr/>
          <p:nvPr/>
        </p:nvSpPr>
        <p:spPr>
          <a:xfrm>
            <a:off x="3049950" y="4276200"/>
            <a:ext cx="648300" cy="805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8"/>
          <p:cNvSpPr/>
          <p:nvPr/>
        </p:nvSpPr>
        <p:spPr>
          <a:xfrm>
            <a:off x="3049950" y="4276200"/>
            <a:ext cx="648300" cy="191400"/>
          </a:xfrm>
          <a:prstGeom prst="roundRect">
            <a:avLst>
              <a:gd fmla="val 50000" name="adj"/>
            </a:avLst>
          </a:prstGeom>
          <a:solidFill>
            <a:srgbClr val="B7B7B7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8"/>
          <p:cNvSpPr/>
          <p:nvPr/>
        </p:nvSpPr>
        <p:spPr>
          <a:xfrm>
            <a:off x="3698250" y="4276200"/>
            <a:ext cx="648300" cy="805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8"/>
          <p:cNvSpPr/>
          <p:nvPr/>
        </p:nvSpPr>
        <p:spPr>
          <a:xfrm>
            <a:off x="3698250" y="4276200"/>
            <a:ext cx="648300" cy="191400"/>
          </a:xfrm>
          <a:prstGeom prst="roundRect">
            <a:avLst>
              <a:gd fmla="val 50000" name="adj"/>
            </a:avLst>
          </a:prstGeom>
          <a:solidFill>
            <a:srgbClr val="B7B7B7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8"/>
          <p:cNvSpPr/>
          <p:nvPr/>
        </p:nvSpPr>
        <p:spPr>
          <a:xfrm>
            <a:off x="4346550" y="4276200"/>
            <a:ext cx="648300" cy="805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8"/>
          <p:cNvSpPr/>
          <p:nvPr/>
        </p:nvSpPr>
        <p:spPr>
          <a:xfrm>
            <a:off x="4346550" y="4276200"/>
            <a:ext cx="648300" cy="191400"/>
          </a:xfrm>
          <a:prstGeom prst="roundRect">
            <a:avLst>
              <a:gd fmla="val 50000" name="adj"/>
            </a:avLst>
          </a:prstGeom>
          <a:solidFill>
            <a:srgbClr val="B7B7B7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8"/>
          <p:cNvSpPr txBox="1"/>
          <p:nvPr/>
        </p:nvSpPr>
        <p:spPr>
          <a:xfrm rot="-5400000">
            <a:off x="-82575" y="4475775"/>
            <a:ext cx="81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rPr>
              <a:t>Week 5</a:t>
            </a:r>
            <a:endParaRPr b="1">
              <a:solidFill>
                <a:schemeClr val="dk2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185" name="Google Shape;185;p18"/>
          <p:cNvSpPr txBox="1"/>
          <p:nvPr/>
        </p:nvSpPr>
        <p:spPr>
          <a:xfrm>
            <a:off x="418800" y="703150"/>
            <a:ext cx="724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rPr>
              <a:t>Monday</a:t>
            </a:r>
            <a:endParaRPr b="1" sz="800">
              <a:solidFill>
                <a:schemeClr val="dk2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186" name="Google Shape;186;p18"/>
          <p:cNvSpPr txBox="1"/>
          <p:nvPr/>
        </p:nvSpPr>
        <p:spPr>
          <a:xfrm>
            <a:off x="418800" y="1578000"/>
            <a:ext cx="724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rPr>
              <a:t>Monday</a:t>
            </a:r>
            <a:endParaRPr b="1" sz="800">
              <a:solidFill>
                <a:schemeClr val="dk2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187" name="Google Shape;187;p18"/>
          <p:cNvSpPr txBox="1"/>
          <p:nvPr/>
        </p:nvSpPr>
        <p:spPr>
          <a:xfrm>
            <a:off x="398150" y="2449663"/>
            <a:ext cx="724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rPr>
              <a:t>Monday</a:t>
            </a:r>
            <a:endParaRPr b="1" sz="800">
              <a:solidFill>
                <a:schemeClr val="dk2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188" name="Google Shape;188;p18"/>
          <p:cNvSpPr txBox="1"/>
          <p:nvPr/>
        </p:nvSpPr>
        <p:spPr>
          <a:xfrm>
            <a:off x="398150" y="3324500"/>
            <a:ext cx="724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rPr>
              <a:t>Monday</a:t>
            </a:r>
            <a:endParaRPr b="1" sz="800">
              <a:solidFill>
                <a:schemeClr val="dk2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189" name="Google Shape;189;p18"/>
          <p:cNvSpPr txBox="1"/>
          <p:nvPr/>
        </p:nvSpPr>
        <p:spPr>
          <a:xfrm>
            <a:off x="418800" y="4199325"/>
            <a:ext cx="724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rPr>
              <a:t>Monday</a:t>
            </a:r>
            <a:endParaRPr b="1" sz="800">
              <a:solidFill>
                <a:schemeClr val="dk2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190" name="Google Shape;190;p18"/>
          <p:cNvSpPr txBox="1"/>
          <p:nvPr/>
        </p:nvSpPr>
        <p:spPr>
          <a:xfrm>
            <a:off x="1074320" y="705268"/>
            <a:ext cx="724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rPr>
              <a:t>Tuesday</a:t>
            </a:r>
            <a:endParaRPr b="1" sz="800">
              <a:solidFill>
                <a:schemeClr val="dk2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191" name="Google Shape;191;p18"/>
          <p:cNvSpPr txBox="1"/>
          <p:nvPr/>
        </p:nvSpPr>
        <p:spPr>
          <a:xfrm>
            <a:off x="1074320" y="1580118"/>
            <a:ext cx="724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rPr>
              <a:t>Tuesday</a:t>
            </a:r>
            <a:endParaRPr b="1" sz="800">
              <a:solidFill>
                <a:schemeClr val="dk2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192" name="Google Shape;192;p18"/>
          <p:cNvSpPr txBox="1"/>
          <p:nvPr/>
        </p:nvSpPr>
        <p:spPr>
          <a:xfrm>
            <a:off x="1053670" y="2451781"/>
            <a:ext cx="724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rPr>
              <a:t>Tuesday</a:t>
            </a:r>
            <a:endParaRPr b="1" sz="800">
              <a:solidFill>
                <a:schemeClr val="dk2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193" name="Google Shape;193;p18"/>
          <p:cNvSpPr txBox="1"/>
          <p:nvPr/>
        </p:nvSpPr>
        <p:spPr>
          <a:xfrm>
            <a:off x="1053670" y="3326618"/>
            <a:ext cx="724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rPr>
              <a:t>Tuesday</a:t>
            </a:r>
            <a:endParaRPr b="1" sz="800">
              <a:solidFill>
                <a:schemeClr val="dk2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194" name="Google Shape;194;p18"/>
          <p:cNvSpPr txBox="1"/>
          <p:nvPr/>
        </p:nvSpPr>
        <p:spPr>
          <a:xfrm>
            <a:off x="1074320" y="4201443"/>
            <a:ext cx="724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rPr>
              <a:t>Tuesday</a:t>
            </a:r>
            <a:endParaRPr b="1" sz="800">
              <a:solidFill>
                <a:schemeClr val="dk2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195" name="Google Shape;195;p18"/>
          <p:cNvSpPr txBox="1"/>
          <p:nvPr/>
        </p:nvSpPr>
        <p:spPr>
          <a:xfrm>
            <a:off x="1699260" y="706575"/>
            <a:ext cx="767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rPr>
              <a:t>Wednesday</a:t>
            </a:r>
            <a:endParaRPr b="1" sz="800">
              <a:solidFill>
                <a:schemeClr val="dk2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196" name="Google Shape;196;p18"/>
          <p:cNvSpPr txBox="1"/>
          <p:nvPr/>
        </p:nvSpPr>
        <p:spPr>
          <a:xfrm>
            <a:off x="2347260" y="703150"/>
            <a:ext cx="767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rPr>
              <a:t>Thursday</a:t>
            </a:r>
            <a:endParaRPr b="1" sz="800">
              <a:solidFill>
                <a:schemeClr val="dk2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197" name="Google Shape;197;p18"/>
          <p:cNvSpPr txBox="1"/>
          <p:nvPr/>
        </p:nvSpPr>
        <p:spPr>
          <a:xfrm>
            <a:off x="2995560" y="703150"/>
            <a:ext cx="767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rPr>
              <a:t>Friday</a:t>
            </a:r>
            <a:endParaRPr b="1" sz="800">
              <a:solidFill>
                <a:schemeClr val="dk2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198" name="Google Shape;198;p18"/>
          <p:cNvSpPr txBox="1"/>
          <p:nvPr/>
        </p:nvSpPr>
        <p:spPr>
          <a:xfrm>
            <a:off x="3663385" y="703150"/>
            <a:ext cx="767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rPr>
              <a:t>Saturday</a:t>
            </a:r>
            <a:endParaRPr b="1" sz="800">
              <a:solidFill>
                <a:schemeClr val="dk2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199" name="Google Shape;199;p18"/>
          <p:cNvSpPr txBox="1"/>
          <p:nvPr/>
        </p:nvSpPr>
        <p:spPr>
          <a:xfrm>
            <a:off x="4318910" y="706575"/>
            <a:ext cx="767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rPr>
              <a:t>Sunday</a:t>
            </a:r>
            <a:endParaRPr b="1" sz="800">
              <a:solidFill>
                <a:schemeClr val="dk2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200" name="Google Shape;200;p18"/>
          <p:cNvSpPr txBox="1"/>
          <p:nvPr/>
        </p:nvSpPr>
        <p:spPr>
          <a:xfrm>
            <a:off x="1693206" y="1581422"/>
            <a:ext cx="767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rPr>
              <a:t>Wednesday</a:t>
            </a:r>
            <a:endParaRPr b="1" sz="800">
              <a:solidFill>
                <a:schemeClr val="dk2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201" name="Google Shape;201;p18"/>
          <p:cNvSpPr txBox="1"/>
          <p:nvPr/>
        </p:nvSpPr>
        <p:spPr>
          <a:xfrm>
            <a:off x="2341206" y="1577997"/>
            <a:ext cx="767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rPr>
              <a:t>Thursday</a:t>
            </a:r>
            <a:endParaRPr b="1" sz="800">
              <a:solidFill>
                <a:schemeClr val="dk2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202" name="Google Shape;202;p18"/>
          <p:cNvSpPr txBox="1"/>
          <p:nvPr/>
        </p:nvSpPr>
        <p:spPr>
          <a:xfrm>
            <a:off x="2989506" y="1577997"/>
            <a:ext cx="767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rPr>
              <a:t>Friday</a:t>
            </a:r>
            <a:endParaRPr b="1" sz="800">
              <a:solidFill>
                <a:schemeClr val="dk2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203" name="Google Shape;203;p18"/>
          <p:cNvSpPr txBox="1"/>
          <p:nvPr/>
        </p:nvSpPr>
        <p:spPr>
          <a:xfrm>
            <a:off x="3657331" y="1577997"/>
            <a:ext cx="767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rPr>
              <a:t>Saturday</a:t>
            </a:r>
            <a:endParaRPr b="1" sz="800">
              <a:solidFill>
                <a:schemeClr val="dk2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204" name="Google Shape;204;p18"/>
          <p:cNvSpPr txBox="1"/>
          <p:nvPr/>
        </p:nvSpPr>
        <p:spPr>
          <a:xfrm>
            <a:off x="4312856" y="1581422"/>
            <a:ext cx="767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rPr>
              <a:t>Sunday</a:t>
            </a:r>
            <a:endParaRPr b="1" sz="800">
              <a:solidFill>
                <a:schemeClr val="dk2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205" name="Google Shape;205;p18"/>
          <p:cNvSpPr txBox="1"/>
          <p:nvPr/>
        </p:nvSpPr>
        <p:spPr>
          <a:xfrm>
            <a:off x="1675406" y="2455735"/>
            <a:ext cx="767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rPr>
              <a:t>Wednesday</a:t>
            </a:r>
            <a:endParaRPr b="1" sz="800">
              <a:solidFill>
                <a:schemeClr val="dk2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206" name="Google Shape;206;p18"/>
          <p:cNvSpPr txBox="1"/>
          <p:nvPr/>
        </p:nvSpPr>
        <p:spPr>
          <a:xfrm>
            <a:off x="2323406" y="2452310"/>
            <a:ext cx="767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rPr>
              <a:t>Thursday</a:t>
            </a:r>
            <a:endParaRPr b="1" sz="800">
              <a:solidFill>
                <a:schemeClr val="dk2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207" name="Google Shape;207;p18"/>
          <p:cNvSpPr txBox="1"/>
          <p:nvPr/>
        </p:nvSpPr>
        <p:spPr>
          <a:xfrm>
            <a:off x="2971706" y="2452310"/>
            <a:ext cx="767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rPr>
              <a:t>Friday</a:t>
            </a:r>
            <a:endParaRPr b="1" sz="800">
              <a:solidFill>
                <a:schemeClr val="dk2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208" name="Google Shape;208;p18"/>
          <p:cNvSpPr txBox="1"/>
          <p:nvPr/>
        </p:nvSpPr>
        <p:spPr>
          <a:xfrm>
            <a:off x="3639531" y="2452310"/>
            <a:ext cx="767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rPr>
              <a:t>Saturday</a:t>
            </a:r>
            <a:endParaRPr b="1" sz="800">
              <a:solidFill>
                <a:schemeClr val="dk2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209" name="Google Shape;209;p18"/>
          <p:cNvSpPr txBox="1"/>
          <p:nvPr/>
        </p:nvSpPr>
        <p:spPr>
          <a:xfrm>
            <a:off x="4295056" y="2455735"/>
            <a:ext cx="767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rPr>
              <a:t>Sunday</a:t>
            </a:r>
            <a:endParaRPr b="1" sz="800">
              <a:solidFill>
                <a:schemeClr val="dk2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210" name="Google Shape;210;p18"/>
          <p:cNvSpPr txBox="1"/>
          <p:nvPr/>
        </p:nvSpPr>
        <p:spPr>
          <a:xfrm>
            <a:off x="1675406" y="3326610"/>
            <a:ext cx="767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rPr>
              <a:t>Wednesday</a:t>
            </a:r>
            <a:endParaRPr b="1" sz="800">
              <a:solidFill>
                <a:schemeClr val="dk2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211" name="Google Shape;211;p18"/>
          <p:cNvSpPr txBox="1"/>
          <p:nvPr/>
        </p:nvSpPr>
        <p:spPr>
          <a:xfrm>
            <a:off x="2323406" y="3323185"/>
            <a:ext cx="767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rPr>
              <a:t>Thursday</a:t>
            </a:r>
            <a:endParaRPr b="1" sz="800">
              <a:solidFill>
                <a:schemeClr val="dk2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212" name="Google Shape;212;p18"/>
          <p:cNvSpPr txBox="1"/>
          <p:nvPr/>
        </p:nvSpPr>
        <p:spPr>
          <a:xfrm>
            <a:off x="2971706" y="3323185"/>
            <a:ext cx="767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rPr>
              <a:t>Friday</a:t>
            </a:r>
            <a:endParaRPr b="1" sz="800">
              <a:solidFill>
                <a:schemeClr val="dk2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213" name="Google Shape;213;p18"/>
          <p:cNvSpPr txBox="1"/>
          <p:nvPr/>
        </p:nvSpPr>
        <p:spPr>
          <a:xfrm>
            <a:off x="3639531" y="3323185"/>
            <a:ext cx="767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rPr>
              <a:t>Saturday</a:t>
            </a:r>
            <a:endParaRPr b="1" sz="800">
              <a:solidFill>
                <a:schemeClr val="dk2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214" name="Google Shape;214;p18"/>
          <p:cNvSpPr txBox="1"/>
          <p:nvPr/>
        </p:nvSpPr>
        <p:spPr>
          <a:xfrm>
            <a:off x="4295056" y="3326610"/>
            <a:ext cx="767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rPr>
              <a:t>Sunday</a:t>
            </a:r>
            <a:endParaRPr b="1" sz="800">
              <a:solidFill>
                <a:schemeClr val="dk2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215" name="Google Shape;215;p18"/>
          <p:cNvSpPr txBox="1"/>
          <p:nvPr/>
        </p:nvSpPr>
        <p:spPr>
          <a:xfrm>
            <a:off x="1692606" y="4200960"/>
            <a:ext cx="767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rPr>
              <a:t>Wednesday</a:t>
            </a:r>
            <a:endParaRPr b="1" sz="800">
              <a:solidFill>
                <a:schemeClr val="dk2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216" name="Google Shape;216;p18"/>
          <p:cNvSpPr txBox="1"/>
          <p:nvPr/>
        </p:nvSpPr>
        <p:spPr>
          <a:xfrm>
            <a:off x="2340606" y="4197535"/>
            <a:ext cx="767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rPr>
              <a:t>Thursday</a:t>
            </a:r>
            <a:endParaRPr b="1" sz="800">
              <a:solidFill>
                <a:schemeClr val="dk2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217" name="Google Shape;217;p18"/>
          <p:cNvSpPr txBox="1"/>
          <p:nvPr/>
        </p:nvSpPr>
        <p:spPr>
          <a:xfrm>
            <a:off x="2988906" y="4197535"/>
            <a:ext cx="767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rPr>
              <a:t>Friday</a:t>
            </a:r>
            <a:endParaRPr b="1" sz="800">
              <a:solidFill>
                <a:schemeClr val="dk2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218" name="Google Shape;218;p18"/>
          <p:cNvSpPr txBox="1"/>
          <p:nvPr/>
        </p:nvSpPr>
        <p:spPr>
          <a:xfrm>
            <a:off x="3656731" y="4197535"/>
            <a:ext cx="767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rPr>
              <a:t>Saturday</a:t>
            </a:r>
            <a:endParaRPr b="1" sz="800">
              <a:solidFill>
                <a:schemeClr val="dk2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219" name="Google Shape;219;p18"/>
          <p:cNvSpPr txBox="1"/>
          <p:nvPr/>
        </p:nvSpPr>
        <p:spPr>
          <a:xfrm>
            <a:off x="4312256" y="4200960"/>
            <a:ext cx="767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rPr>
              <a:t>Sunday</a:t>
            </a:r>
            <a:endParaRPr b="1" sz="800">
              <a:solidFill>
                <a:schemeClr val="dk2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220" name="Google Shape;220;p18"/>
          <p:cNvSpPr txBox="1"/>
          <p:nvPr/>
        </p:nvSpPr>
        <p:spPr>
          <a:xfrm>
            <a:off x="5000125" y="776800"/>
            <a:ext cx="4023900" cy="80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</a:pPr>
            <a:r>
              <a:rPr lang="en" sz="1300">
                <a:solidFill>
                  <a:schemeClr val="dk2"/>
                </a:solidFill>
              </a:rPr>
              <a:t>Meet CMVS team</a:t>
            </a:r>
            <a:endParaRPr sz="1300">
              <a:solidFill>
                <a:schemeClr val="dk2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</a:pPr>
            <a:r>
              <a:rPr lang="en" sz="1300">
                <a:solidFill>
                  <a:schemeClr val="dk2"/>
                </a:solidFill>
              </a:rPr>
              <a:t>Arrange logistics and settle in</a:t>
            </a:r>
            <a:endParaRPr sz="1300">
              <a:solidFill>
                <a:schemeClr val="dk2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</a:pPr>
            <a:r>
              <a:rPr lang="en" sz="1300">
                <a:solidFill>
                  <a:schemeClr val="dk2"/>
                </a:solidFill>
              </a:rPr>
              <a:t>Draft a plan and brainstorm on use case</a:t>
            </a:r>
            <a:endParaRPr sz="1300">
              <a:solidFill>
                <a:schemeClr val="dk2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</a:pPr>
            <a:r>
              <a:rPr lang="en" sz="1300">
                <a:solidFill>
                  <a:schemeClr val="dk2"/>
                </a:solidFill>
              </a:rPr>
              <a:t>Literature review</a:t>
            </a:r>
            <a:endParaRPr sz="1300">
              <a:solidFill>
                <a:schemeClr val="dk2"/>
              </a:solidFill>
            </a:endParaRPr>
          </a:p>
        </p:txBody>
      </p:sp>
      <p:sp>
        <p:nvSpPr>
          <p:cNvPr id="221" name="Google Shape;221;p18"/>
          <p:cNvSpPr txBox="1"/>
          <p:nvPr/>
        </p:nvSpPr>
        <p:spPr>
          <a:xfrm>
            <a:off x="4974200" y="2526638"/>
            <a:ext cx="4023900" cy="80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</a:pPr>
            <a:r>
              <a:rPr lang="en" sz="1300">
                <a:solidFill>
                  <a:schemeClr val="dk2"/>
                </a:solidFill>
              </a:rPr>
              <a:t>Literature review</a:t>
            </a:r>
            <a:endParaRPr sz="1300">
              <a:solidFill>
                <a:schemeClr val="dk2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</a:pPr>
            <a:r>
              <a:rPr lang="en" sz="1300">
                <a:solidFill>
                  <a:schemeClr val="dk2"/>
                </a:solidFill>
              </a:rPr>
              <a:t>Get access to tools + datasets</a:t>
            </a:r>
            <a:endParaRPr sz="1300">
              <a:solidFill>
                <a:schemeClr val="dk2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</a:pPr>
            <a:r>
              <a:rPr lang="en" sz="1300">
                <a:solidFill>
                  <a:schemeClr val="dk2"/>
                </a:solidFill>
              </a:rPr>
              <a:t>Align my tools (ORKA/ORVIS/PEL) with tools</a:t>
            </a:r>
            <a:endParaRPr sz="1300">
              <a:solidFill>
                <a:schemeClr val="dk2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</a:pPr>
            <a:r>
              <a:rPr lang="en" sz="1300">
                <a:solidFill>
                  <a:schemeClr val="dk2"/>
                </a:solidFill>
              </a:rPr>
              <a:t>Define concrete use-case</a:t>
            </a:r>
            <a:endParaRPr sz="1300">
              <a:solidFill>
                <a:schemeClr val="dk2"/>
              </a:solidFill>
            </a:endParaRPr>
          </a:p>
        </p:txBody>
      </p:sp>
      <p:sp>
        <p:nvSpPr>
          <p:cNvPr id="222" name="Google Shape;222;p18"/>
          <p:cNvSpPr txBox="1"/>
          <p:nvPr/>
        </p:nvSpPr>
        <p:spPr>
          <a:xfrm>
            <a:off x="4973450" y="1651713"/>
            <a:ext cx="4023900" cy="80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</a:pPr>
            <a:r>
              <a:rPr lang="en" sz="1300">
                <a:solidFill>
                  <a:schemeClr val="dk2"/>
                </a:solidFill>
              </a:rPr>
              <a:t>Literature review</a:t>
            </a:r>
            <a:endParaRPr sz="1300">
              <a:solidFill>
                <a:schemeClr val="dk2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</a:pPr>
            <a:r>
              <a:rPr lang="en" sz="1300">
                <a:solidFill>
                  <a:schemeClr val="dk2"/>
                </a:solidFill>
              </a:rPr>
              <a:t>Get access to tools + datasets</a:t>
            </a:r>
            <a:endParaRPr sz="1300">
              <a:solidFill>
                <a:schemeClr val="dk2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</a:pPr>
            <a:r>
              <a:rPr lang="en" sz="1300">
                <a:solidFill>
                  <a:schemeClr val="dk2"/>
                </a:solidFill>
              </a:rPr>
              <a:t>Align my tools (ORKA/ORVIS/PEL) with tools</a:t>
            </a:r>
            <a:endParaRPr sz="1300">
              <a:solidFill>
                <a:schemeClr val="dk2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</a:pPr>
            <a:r>
              <a:rPr lang="en" sz="1300">
                <a:solidFill>
                  <a:schemeClr val="dk2"/>
                </a:solidFill>
              </a:rPr>
              <a:t>Define concrete use-case</a:t>
            </a:r>
            <a:endParaRPr sz="1300">
              <a:solidFill>
                <a:schemeClr val="dk2"/>
              </a:solidFill>
            </a:endParaRPr>
          </a:p>
        </p:txBody>
      </p:sp>
      <p:sp>
        <p:nvSpPr>
          <p:cNvPr id="223" name="Google Shape;223;p18"/>
          <p:cNvSpPr txBox="1"/>
          <p:nvPr/>
        </p:nvSpPr>
        <p:spPr>
          <a:xfrm>
            <a:off x="4984500" y="3394863"/>
            <a:ext cx="4023900" cy="80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</a:pPr>
            <a:r>
              <a:rPr lang="en" sz="1300">
                <a:solidFill>
                  <a:schemeClr val="dk2"/>
                </a:solidFill>
              </a:rPr>
              <a:t>Literature review</a:t>
            </a:r>
            <a:endParaRPr sz="1300">
              <a:solidFill>
                <a:schemeClr val="dk2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</a:pPr>
            <a:r>
              <a:rPr lang="en" sz="1300">
                <a:solidFill>
                  <a:schemeClr val="dk2"/>
                </a:solidFill>
              </a:rPr>
              <a:t>Get access to tools + datasets</a:t>
            </a:r>
            <a:endParaRPr sz="1300">
              <a:solidFill>
                <a:schemeClr val="dk2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</a:pPr>
            <a:r>
              <a:rPr lang="en" sz="1300">
                <a:solidFill>
                  <a:schemeClr val="dk2"/>
                </a:solidFill>
              </a:rPr>
              <a:t>Align my tools (ORKA/ORVIS/PEL) with tools</a:t>
            </a:r>
            <a:endParaRPr sz="1300">
              <a:solidFill>
                <a:schemeClr val="dk2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</a:pPr>
            <a:r>
              <a:rPr lang="en" sz="1300">
                <a:solidFill>
                  <a:schemeClr val="dk2"/>
                </a:solidFill>
              </a:rPr>
              <a:t>Define concrete use-case</a:t>
            </a:r>
            <a:endParaRPr sz="1300">
              <a:solidFill>
                <a:schemeClr val="dk2"/>
              </a:solidFill>
            </a:endParaRPr>
          </a:p>
        </p:txBody>
      </p:sp>
      <p:sp>
        <p:nvSpPr>
          <p:cNvPr id="224" name="Google Shape;224;p18"/>
          <p:cNvSpPr txBox="1"/>
          <p:nvPr/>
        </p:nvSpPr>
        <p:spPr>
          <a:xfrm>
            <a:off x="4994850" y="4266438"/>
            <a:ext cx="4023900" cy="80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</a:pPr>
            <a:r>
              <a:rPr lang="en" sz="1300">
                <a:solidFill>
                  <a:schemeClr val="dk2"/>
                </a:solidFill>
              </a:rPr>
              <a:t>Literature review</a:t>
            </a:r>
            <a:endParaRPr sz="1300">
              <a:solidFill>
                <a:schemeClr val="dk2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</a:pPr>
            <a:r>
              <a:rPr lang="en" sz="1300">
                <a:solidFill>
                  <a:schemeClr val="dk2"/>
                </a:solidFill>
              </a:rPr>
              <a:t>Get access to tools + datasets</a:t>
            </a:r>
            <a:endParaRPr sz="1300">
              <a:solidFill>
                <a:schemeClr val="dk2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</a:pPr>
            <a:r>
              <a:rPr lang="en" sz="1300">
                <a:solidFill>
                  <a:schemeClr val="dk2"/>
                </a:solidFill>
              </a:rPr>
              <a:t>Align my tools (ORKA/ORVIS/PEL) with tools</a:t>
            </a:r>
            <a:endParaRPr sz="1300">
              <a:solidFill>
                <a:schemeClr val="dk2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</a:pPr>
            <a:r>
              <a:rPr lang="en" sz="1300">
                <a:solidFill>
                  <a:schemeClr val="dk2"/>
                </a:solidFill>
              </a:rPr>
              <a:t>Define concrete use-case</a:t>
            </a:r>
            <a:endParaRPr sz="13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9"/>
          <p:cNvSpPr txBox="1"/>
          <p:nvPr>
            <p:ph idx="1" type="subTitle"/>
          </p:nvPr>
        </p:nvSpPr>
        <p:spPr>
          <a:xfrm>
            <a:off x="153250" y="1035425"/>
            <a:ext cx="8520600" cy="9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 sz="1400"/>
              <a:t>Stuff</a:t>
            </a:r>
            <a:r>
              <a:rPr b="1" lang="en" sz="1400"/>
              <a:t>:</a:t>
            </a:r>
            <a:br>
              <a:rPr lang="en" sz="1400"/>
            </a:br>
            <a:endParaRPr sz="1400"/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"/>
            </a:pPr>
            <a:r>
              <a:rPr lang="en" sz="1400"/>
              <a:t>More stuff</a:t>
            </a:r>
            <a:endParaRPr sz="700"/>
          </a:p>
        </p:txBody>
      </p:sp>
      <p:pic>
        <p:nvPicPr>
          <p:cNvPr id="230" name="Google Shape;23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88725" y="593000"/>
            <a:ext cx="1908600" cy="190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61573" y="2759225"/>
            <a:ext cx="2211100" cy="781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33300" y="4182952"/>
            <a:ext cx="2908550" cy="756675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19"/>
          <p:cNvSpPr/>
          <p:nvPr/>
        </p:nvSpPr>
        <p:spPr>
          <a:xfrm>
            <a:off x="0" y="0"/>
            <a:ext cx="9144000" cy="69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9"/>
          <p:cNvSpPr txBox="1"/>
          <p:nvPr>
            <p:ph idx="1" type="subTitle"/>
          </p:nvPr>
        </p:nvSpPr>
        <p:spPr>
          <a:xfrm>
            <a:off x="358025" y="40500"/>
            <a:ext cx="8786100" cy="6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Slide Title</a:t>
            </a:r>
            <a:endParaRPr b="1">
              <a:solidFill>
                <a:schemeClr val="lt1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