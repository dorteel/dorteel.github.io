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Ubuntu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buntu-bold.fntdata"/><Relationship Id="rId16" Type="http://schemas.openxmlformats.org/officeDocument/2006/relationships/font" Target="fonts/Ubuntu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buntu-boldItalic.fntdata"/><Relationship Id="rId6" Type="http://schemas.openxmlformats.org/officeDocument/2006/relationships/slide" Target="slides/slide1.xml"/><Relationship Id="rId18" Type="http://schemas.openxmlformats.org/officeDocument/2006/relationships/font" Target="fonts/Ubuntu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d1dad1802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d1dad1802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1dad1802e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1dad1802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1dad1802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d1dad1802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1dad1802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d1dad180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1dad1802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1dad1802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d1dad1802e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d1dad1802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1dad1802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d1dad1802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d1dad1802e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d1dad1802e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d1dad1802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d1dad1802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qSdiuK0tZqc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qSdiuK0tZqc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rxiv.org/pdf/1811.00146v3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rxiv.org/pdf/1811.00146v3" TargetMode="External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pdf/1811.00146v3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01775" y="679325"/>
            <a:ext cx="5733000" cy="45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This research theme aims at developing data processing and computing technology for helping humans and machines understand each other in the following ways: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55" name="Google Shape;55;p13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Research theme - Data and algorithm assisted AI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401775" y="679325"/>
            <a:ext cx="5733000" cy="45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This research theme aims at developing data processing and computing technology for helping humans and machines understand each other in the following ways: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By including machine learning methods for </a:t>
            </a:r>
            <a:r>
              <a:rPr b="1" lang="en" sz="1500"/>
              <a:t>interpreting human emotions, intentions, preferences</a:t>
            </a:r>
            <a:r>
              <a:rPr lang="en" sz="1500"/>
              <a:t>, and decision-making, it analyses facial expressions, body behaviors and physiological signals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2" name="Google Shape;62;p14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Research theme - Data and algorithm assisted AI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401775" y="679325"/>
            <a:ext cx="5733000" cy="45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This research theme aims at developing data processing and computing technology for helping humans and machines understand each other in the following ways: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By including machine learning methods for </a:t>
            </a:r>
            <a:r>
              <a:rPr b="1" lang="en" sz="1500"/>
              <a:t>interpreting human emotions, intentions, preferences</a:t>
            </a:r>
            <a:r>
              <a:rPr lang="en" sz="1500"/>
              <a:t>, and decision-making, it analyses facial expressions, body behaviors and physiological signals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Endowing machines with capabilities for expressing emotions through advanced interactive behavior synthesis algorithms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9" name="Google Shape;69;p15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Research theme - Data and algorithm assisted AI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401775" y="679325"/>
            <a:ext cx="5733000" cy="45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This research theme aims at developing data processing and computing technology for helping humans and machines understand each other in the following ways: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By including machine learning methods for </a:t>
            </a:r>
            <a:r>
              <a:rPr b="1" lang="en" sz="1500"/>
              <a:t>interpreting human emotions, intentions, preferences</a:t>
            </a:r>
            <a:r>
              <a:rPr lang="en" sz="1500"/>
              <a:t>, and decision-making, it analyses facial expressions, body behaviors and physiological signals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Endowing machines with capabilities for expressing emotions through advanced interactive behavior synthesis algorithms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Helping humans to understand machines by visualising and explaining the internal states and status of data, algorithms, and models through multi-modality</a:t>
            </a:r>
            <a:r>
              <a:rPr lang="en" sz="1500"/>
              <a:t> for mixed-reality interfaces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6" name="Google Shape;76;p16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Research theme - Data and algorithm assisted AI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6467500" y="478200"/>
            <a:ext cx="2676600" cy="466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Research theme - Data and algorithm assisted AI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13029" r="28151" t="0"/>
          <a:stretch/>
        </p:blipFill>
        <p:spPr>
          <a:xfrm>
            <a:off x="6801010" y="515975"/>
            <a:ext cx="1843140" cy="17625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6519875" y="2231800"/>
            <a:ext cx="24054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hlink"/>
                </a:solidFill>
                <a:hlinkClick r:id="rId4"/>
              </a:rPr>
              <a:t>Prof. Guoying Zhao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 txBox="1"/>
          <p:nvPr>
            <p:ph type="ctrTitle"/>
          </p:nvPr>
        </p:nvSpPr>
        <p:spPr>
          <a:xfrm>
            <a:off x="401775" y="679325"/>
            <a:ext cx="5733000" cy="45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This research theme aims at developing data processing and computing technology for helping humans and machines understand each other in the following ways: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By including machine learning methods for </a:t>
            </a:r>
            <a:r>
              <a:rPr b="1" lang="en" sz="1500"/>
              <a:t>interpreting human emotions, intentions, preferences</a:t>
            </a:r>
            <a:r>
              <a:rPr lang="en" sz="1500"/>
              <a:t>, and decision-making, it analyses facial expressions, body behaviors and physiological signals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Endowing machines with capabilities for expressing emotions through advanced interactive behavior synthesis algorithms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Helping humans to understand machines by visualising and explaining the internal states and status of data, algorithms, and models through multi-modality</a:t>
            </a:r>
            <a:r>
              <a:rPr lang="en" sz="1500"/>
              <a:t> for mixed-reality interfaces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>
            <a:off x="6467500" y="478200"/>
            <a:ext cx="2676600" cy="466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Research theme - Data and algorithm assisted AI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3">
            <a:alphaModFix/>
          </a:blip>
          <a:srcRect b="0" l="13029" r="28151" t="0"/>
          <a:stretch/>
        </p:blipFill>
        <p:spPr>
          <a:xfrm>
            <a:off x="6801010" y="515975"/>
            <a:ext cx="1843140" cy="17625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6519875" y="2231800"/>
            <a:ext cx="24054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hlink"/>
                </a:solidFill>
                <a:hlinkClick r:id="rId4"/>
              </a:rPr>
              <a:t>Prof. Guoying Zhao</a:t>
            </a:r>
            <a:endParaRPr b="1" sz="1600">
              <a:solidFill>
                <a:schemeClr val="dk2"/>
              </a:solidFill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6571375" y="2634150"/>
            <a:ext cx="2814600" cy="18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Research interests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Computer Vision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Machine Learning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Affective Computing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Image and video representation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Facial expression and micro-expression recognition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Human motion analysis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Remote physiological signal measure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Multi-modal learning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8"/>
          <p:cNvSpPr txBox="1"/>
          <p:nvPr>
            <p:ph type="ctrTitle"/>
          </p:nvPr>
        </p:nvSpPr>
        <p:spPr>
          <a:xfrm>
            <a:off x="401775" y="679325"/>
            <a:ext cx="5733000" cy="45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This research theme aims at developing data processing and computing technology for helping humans and machines understand each other in the following ways: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By including machine learning methods for </a:t>
            </a:r>
            <a:r>
              <a:rPr b="1" lang="en" sz="1500"/>
              <a:t>interpreting human emotions, intentions, preferences</a:t>
            </a:r>
            <a:r>
              <a:rPr lang="en" sz="1500"/>
              <a:t>, and decision-making, it analyses facial expressions, body behaviors and physiological signals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Endowing machines with capabilities for expressing emotions through advanced interactive behavior synthesis algorithms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" sz="1500"/>
              <a:t>Helping humans to understand machines by visualising and explaining the internal states and status of data, algorithms, and models through multi-modality</a:t>
            </a:r>
            <a:r>
              <a:rPr lang="en" sz="1500"/>
              <a:t> for mixed-reality interfaces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5684225" y="415925"/>
            <a:ext cx="3507600" cy="472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Idea #1 - Combine ORKA and ATOMIC?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6" name="Google Shape;106;p19"/>
          <p:cNvSpPr txBox="1"/>
          <p:nvPr>
            <p:ph type="ctrTitle"/>
          </p:nvPr>
        </p:nvSpPr>
        <p:spPr>
          <a:xfrm>
            <a:off x="186875" y="596175"/>
            <a:ext cx="5441700" cy="44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Use </a:t>
            </a:r>
            <a:r>
              <a:rPr lang="en" sz="1500"/>
              <a:t>ORKA for representing the knowledge gained through the machine learning methods.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Use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Atomic</a:t>
            </a:r>
            <a:r>
              <a:rPr lang="en" sz="1500"/>
              <a:t> for interpreting the knowledge and for deriving additional knowledge.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The goal would be to create a neuro-symbolic system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Ideally, they bring the ML perspective, I bring the KR perspective.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Evaluation through a HRI experiment?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7" name="Google Shape;107;p19"/>
          <p:cNvSpPr txBox="1"/>
          <p:nvPr>
            <p:ph type="ctrTitle"/>
          </p:nvPr>
        </p:nvSpPr>
        <p:spPr>
          <a:xfrm>
            <a:off x="5732675" y="1039775"/>
            <a:ext cx="3507600" cy="50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B7B7B7"/>
                </a:solidFill>
              </a:rPr>
              <a:t>This research theme aims at developing data processing and computing technology for helping humans and machines understand each other in the following ways:</a:t>
            </a:r>
            <a:endParaRPr sz="1100">
              <a:solidFill>
                <a:srgbClr val="B7B7B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By including machine learning methods for </a:t>
            </a:r>
            <a:r>
              <a:rPr b="1" lang="en" sz="1100"/>
              <a:t>interpreting human emotions, intentions, preferences</a:t>
            </a:r>
            <a:r>
              <a:rPr lang="en" sz="1100"/>
              <a:t>, and decision-making, it analyses facial expressions, body behaviors and physiological signals</a:t>
            </a:r>
            <a:br>
              <a:rPr lang="en" sz="1100">
                <a:solidFill>
                  <a:srgbClr val="999999"/>
                </a:solidFill>
              </a:rPr>
            </a:br>
            <a:endParaRPr sz="1100">
              <a:solidFill>
                <a:srgbClr val="99999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00"/>
              <a:buChar char="●"/>
            </a:pPr>
            <a:r>
              <a:rPr lang="en" sz="1100">
                <a:solidFill>
                  <a:srgbClr val="B7B7B7"/>
                </a:solidFill>
              </a:rPr>
              <a:t>Endowing machines with capabilities for expressing emotions through advanced interactive behavior synthesis algorithms</a:t>
            </a:r>
            <a:br>
              <a:rPr lang="en" sz="1100">
                <a:solidFill>
                  <a:srgbClr val="B7B7B7"/>
                </a:solidFill>
              </a:rPr>
            </a:br>
            <a:endParaRPr sz="1100">
              <a:solidFill>
                <a:srgbClr val="B7B7B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00"/>
              <a:buChar char="●"/>
            </a:pPr>
            <a:r>
              <a:rPr b="1" lang="en" sz="1100">
                <a:solidFill>
                  <a:srgbClr val="B7B7B7"/>
                </a:solidFill>
              </a:rPr>
              <a:t>Helping humans to understand machines by visualising and explaining the internal states and status of data, algorithms, and models through multi-modality</a:t>
            </a:r>
            <a:r>
              <a:rPr lang="en" sz="1100">
                <a:solidFill>
                  <a:srgbClr val="B7B7B7"/>
                </a:solidFill>
              </a:rPr>
              <a:t> for mixed-reality interfaces</a:t>
            </a:r>
            <a:endParaRPr sz="1100">
              <a:solidFill>
                <a:srgbClr val="B7B7B7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" name="Google Shape;108;p19"/>
          <p:cNvSpPr txBox="1"/>
          <p:nvPr/>
        </p:nvSpPr>
        <p:spPr>
          <a:xfrm>
            <a:off x="5729650" y="561575"/>
            <a:ext cx="24054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Research Theme</a:t>
            </a:r>
            <a:endParaRPr b="1" sz="1600">
              <a:solidFill>
                <a:schemeClr val="dk2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298" y="2211963"/>
            <a:ext cx="5506875" cy="11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Idea #1 - Combine ORKA and ATOMIC?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16" name="Google Shape;116;p20"/>
          <p:cNvSpPr txBox="1"/>
          <p:nvPr>
            <p:ph type="ctrTitle"/>
          </p:nvPr>
        </p:nvSpPr>
        <p:spPr>
          <a:xfrm>
            <a:off x="186875" y="596175"/>
            <a:ext cx="4665600" cy="44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Use ORKA for representing the knowledge gained through the machine learning methods.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Use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Atomic</a:t>
            </a:r>
            <a:r>
              <a:rPr lang="en" sz="1500"/>
              <a:t> for interpreting the knowledge and for deriving additional knowledge.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Link the microexpressions to Atomic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Use the observation graph to filter out the plausible choices?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Use the results (e.g. PersonX </a:t>
            </a:r>
            <a:r>
              <a:rPr b="1" lang="en" sz="1500"/>
              <a:t>then</a:t>
            </a:r>
            <a:r>
              <a:rPr lang="en" sz="1500"/>
              <a:t>) to verify the next prediction?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6275" y="1341099"/>
            <a:ext cx="4007725" cy="325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Idea #1 - Combine ORKA and ATOMIC?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24" name="Google Shape;124;p21"/>
          <p:cNvSpPr txBox="1"/>
          <p:nvPr>
            <p:ph type="ctrTitle"/>
          </p:nvPr>
        </p:nvSpPr>
        <p:spPr>
          <a:xfrm>
            <a:off x="186875" y="596175"/>
            <a:ext cx="4665600" cy="44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Use ORKA for representing the knowledge gained through the machine learning methods.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Use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Atomic</a:t>
            </a:r>
            <a:r>
              <a:rPr lang="en" sz="1500"/>
              <a:t> for interpreting the knowledge and for deriving additional knowledge.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Link the microexpressions to Atomic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Use the observation graph to filter out the plausible choices.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The goal would be to create a neuro-symbolic system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Ideally, they bring the ML perspective, I bring the KR perspective.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Evaluation through a HRI experiment?</a:t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6275" y="478207"/>
            <a:ext cx="4007724" cy="457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5684225" y="415925"/>
            <a:ext cx="3507600" cy="472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0" y="0"/>
            <a:ext cx="9219600" cy="47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 txBox="1"/>
          <p:nvPr/>
        </p:nvSpPr>
        <p:spPr>
          <a:xfrm>
            <a:off x="124750" y="0"/>
            <a:ext cx="6661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Idea #2 - ORKA and Conceptual Spaces</a:t>
            </a:r>
            <a:endParaRPr b="1" sz="2000">
              <a:solidFill>
                <a:schemeClr val="lt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33" name="Google Shape;133;p22"/>
          <p:cNvSpPr txBox="1"/>
          <p:nvPr>
            <p:ph type="ctrTitle"/>
          </p:nvPr>
        </p:nvSpPr>
        <p:spPr>
          <a:xfrm>
            <a:off x="186875" y="596175"/>
            <a:ext cx="5441700" cy="44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Use ORKA for representing the knowledge gained through the machine learning methods.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Use conceptual spaces for visualizing the knowledge gained through the algorithms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The goal would be to create a neuro-symbolic system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Ideally, they bring the ML perspective, I bring the KR perspective.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4" name="Google Shape;134;p22"/>
          <p:cNvSpPr txBox="1"/>
          <p:nvPr>
            <p:ph type="ctrTitle"/>
          </p:nvPr>
        </p:nvSpPr>
        <p:spPr>
          <a:xfrm>
            <a:off x="5732675" y="1039775"/>
            <a:ext cx="3507600" cy="50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B7B7B7"/>
                </a:solidFill>
              </a:rPr>
              <a:t>This research theme aims at developing data processing and computing technology for helping humans and machines understand each other in the following ways:</a:t>
            </a:r>
            <a:endParaRPr sz="1100">
              <a:solidFill>
                <a:srgbClr val="B7B7B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B7B7B7"/>
              </a:buClr>
              <a:buSzPts val="1100"/>
              <a:buChar char="●"/>
            </a:pPr>
            <a:r>
              <a:rPr lang="en" sz="1100">
                <a:solidFill>
                  <a:srgbClr val="B7B7B7"/>
                </a:solidFill>
              </a:rPr>
              <a:t>By including machine learning methods for </a:t>
            </a:r>
            <a:r>
              <a:rPr b="1" lang="en" sz="1100">
                <a:solidFill>
                  <a:srgbClr val="B7B7B7"/>
                </a:solidFill>
              </a:rPr>
              <a:t>interpreting human emotions, intentions, preferences</a:t>
            </a:r>
            <a:r>
              <a:rPr lang="en" sz="1100">
                <a:solidFill>
                  <a:srgbClr val="B7B7B7"/>
                </a:solidFill>
              </a:rPr>
              <a:t>, and decision-making, it analyses facial expressions, body behaviors and physiological signals</a:t>
            </a:r>
            <a:br>
              <a:rPr lang="en" sz="1100">
                <a:solidFill>
                  <a:srgbClr val="999999"/>
                </a:solidFill>
              </a:rPr>
            </a:br>
            <a:endParaRPr sz="1100">
              <a:solidFill>
                <a:srgbClr val="99999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00"/>
              <a:buChar char="●"/>
            </a:pPr>
            <a:r>
              <a:rPr lang="en" sz="1100">
                <a:solidFill>
                  <a:srgbClr val="B7B7B7"/>
                </a:solidFill>
              </a:rPr>
              <a:t>Endowing machines with capabilities for expressing emotions through advanced interactive behavior synthesis algorithms</a:t>
            </a:r>
            <a:br>
              <a:rPr lang="en" sz="1100">
                <a:solidFill>
                  <a:srgbClr val="B7B7B7"/>
                </a:solidFill>
              </a:rPr>
            </a:br>
            <a:endParaRPr sz="1100">
              <a:solidFill>
                <a:srgbClr val="B7B7B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/>
              <a:t>Helping humans to understand machines by visualising and explaining the internal states and status of data, algorithms, and models through multi-modality</a:t>
            </a:r>
            <a:r>
              <a:rPr lang="en" sz="1100"/>
              <a:t> for mixed-reality interfaces</a:t>
            </a:r>
            <a:endParaRPr sz="1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5" name="Google Shape;135;p22"/>
          <p:cNvSpPr txBox="1"/>
          <p:nvPr/>
        </p:nvSpPr>
        <p:spPr>
          <a:xfrm>
            <a:off x="5729650" y="561575"/>
            <a:ext cx="24054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Research Theme</a:t>
            </a:r>
            <a:endParaRPr b="1"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