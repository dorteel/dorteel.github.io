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Ubuntu"/>
      <p:regular r:id="rId30"/>
      <p:bold r:id="rId31"/>
      <p:italic r:id="rId32"/>
      <p:boldItalic r:id="rId33"/>
    </p:embeddedFont>
    <p:embeddedFont>
      <p:font typeface="Ubuntu Medium"/>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Ubuntu-bold.fntdata"/><Relationship Id="rId30" Type="http://schemas.openxmlformats.org/officeDocument/2006/relationships/font" Target="fonts/Ubuntu-regular.fntdata"/><Relationship Id="rId11" Type="http://schemas.openxmlformats.org/officeDocument/2006/relationships/slide" Target="slides/slide6.xml"/><Relationship Id="rId33" Type="http://schemas.openxmlformats.org/officeDocument/2006/relationships/font" Target="fonts/Ubuntu-boldItalic.fntdata"/><Relationship Id="rId10" Type="http://schemas.openxmlformats.org/officeDocument/2006/relationships/slide" Target="slides/slide5.xml"/><Relationship Id="rId32" Type="http://schemas.openxmlformats.org/officeDocument/2006/relationships/font" Target="fonts/Ubuntu-italic.fntdata"/><Relationship Id="rId13" Type="http://schemas.openxmlformats.org/officeDocument/2006/relationships/slide" Target="slides/slide8.xml"/><Relationship Id="rId35" Type="http://schemas.openxmlformats.org/officeDocument/2006/relationships/font" Target="fonts/UbuntuMedium-bold.fntdata"/><Relationship Id="rId12" Type="http://schemas.openxmlformats.org/officeDocument/2006/relationships/slide" Target="slides/slide7.xml"/><Relationship Id="rId34" Type="http://schemas.openxmlformats.org/officeDocument/2006/relationships/font" Target="fonts/UbuntuMedium-regular.fntdata"/><Relationship Id="rId15" Type="http://schemas.openxmlformats.org/officeDocument/2006/relationships/slide" Target="slides/slide10.xml"/><Relationship Id="rId37" Type="http://schemas.openxmlformats.org/officeDocument/2006/relationships/font" Target="fonts/UbuntuMedium-boldItalic.fntdata"/><Relationship Id="rId14" Type="http://schemas.openxmlformats.org/officeDocument/2006/relationships/slide" Target="slides/slide9.xml"/><Relationship Id="rId36" Type="http://schemas.openxmlformats.org/officeDocument/2006/relationships/font" Target="fonts/UbuntuMedium-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7bfc88e46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7bfc88e46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7bfc88dd3d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7bfc88dd3d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7bfc88dd3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7bfc88dd3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7bfc88e46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7bfc88e46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7bfc88e46e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7bfc88e46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7bfc88e46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7bfc88e46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once we had ORKA, we could move on to create a modular system where the PEL could be used.</a:t>
            </a:r>
            <a:endParaRPr/>
          </a:p>
          <a:p>
            <a:pPr indent="0" lvl="0" marL="0" rtl="0" algn="l">
              <a:spcBef>
                <a:spcPts val="0"/>
              </a:spcBef>
              <a:spcAft>
                <a:spcPts val="0"/>
              </a:spcAft>
              <a:buNone/>
            </a:pPr>
            <a:r>
              <a:rPr lang="en"/>
              <a:t>We basically want to abstract away from the sensory layer, and with the use of ORKA, select different annotators to construct the observation graph, and then use the graph to perform the linking process</a:t>
            </a:r>
            <a:endParaRPr/>
          </a:p>
          <a:p>
            <a:pPr indent="0" lvl="0" marL="0" rtl="0" algn="l">
              <a:spcBef>
                <a:spcPts val="0"/>
              </a:spcBef>
              <a:spcAft>
                <a:spcPts val="0"/>
              </a:spcAft>
              <a:buNone/>
            </a:pPr>
            <a:r>
              <a:rPr lang="en"/>
              <a:t>We presented this work last week at AAAI FSS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7bfc88e46e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7bfc88e46e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focus of this system is to leverage the model base that is hosted on huggingface, and to provide a framework that allows roboticists to reuse the models developed.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7bfc88e46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7bfc88e46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7bfc88e46e_0_9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g37bfc88e46e_0_9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7bfc88e46e_0_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7bfc88e46e_0_9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7bfc88e46e_0_9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37bfc88e46e_0_9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7bfc88e46e_0_9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37bfc88e46e_0_9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7bfc88e46e_0_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37bfc88e46e_0_9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7bfc88e46e_0_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37bfc88e46e_0_9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7bfc88e46e_0_9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g37bfc88e46e_0_9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7bfc88e46e_0_1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g37bfc88e46e_0_10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7bfc88e46e_0_10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37bfc88e46e_0_10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7bfc88e46e_0_9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37bfc88e46e_0_9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7bfc88e46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7bfc88e46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7bfc88e46e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7bfc88e46e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focus of this system is to leverage the model base that is hosted on huggingface, and to provide a framework that allows roboticists to reuse the models developed.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7bfc88e46e_0_9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7bfc88e46e_0_9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focus of this system is to leverage the model base that is hosted on huggingface, and to provide a framework that allows roboticists to reuse the models developed.</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7bfc88e46e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7bfc88e46e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focus of this system is to leverage the model base that is hosted on huggingface, and to provide a framework that allows roboticists to reuse the models developed.</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7bfc88e46e_0_7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7bfc88e46e_0_7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focus of this system is to leverage the model base that is hosted on huggingface, and to provide a framework that allows roboticists to reuse the models developed.</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7bfc88e46e_0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7bfc88e46e_0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focus of this system is to leverage the model base that is hosted on huggingface, and to provide a framework that allows roboticists to reuse the models developed.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16.png"/><Relationship Id="rId7"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16.png"/><Relationship Id="rId7" Type="http://schemas.openxmlformats.org/officeDocument/2006/relationships/image" Target="../media/image14.png"/><Relationship Id="rId8"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55" name="Google Shape;55;p13"/>
          <p:cNvSpPr/>
          <p:nvPr/>
        </p:nvSpPr>
        <p:spPr>
          <a:xfrm>
            <a:off x="0" y="2286350"/>
            <a:ext cx="9144000" cy="29235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txBox="1"/>
          <p:nvPr/>
        </p:nvSpPr>
        <p:spPr>
          <a:xfrm>
            <a:off x="62100" y="20450"/>
            <a:ext cx="9081900" cy="22659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n" sz="4200">
                <a:solidFill>
                  <a:schemeClr val="accent1"/>
                </a:solidFill>
                <a:latin typeface="Ubuntu"/>
                <a:ea typeface="Ubuntu"/>
                <a:cs typeface="Ubuntu"/>
                <a:sym typeface="Ubuntu"/>
              </a:rPr>
              <a:t>Perceived-Entity Linking for Improved Emotion Detection</a:t>
            </a:r>
            <a:endParaRPr b="1" sz="4200">
              <a:solidFill>
                <a:schemeClr val="accent1"/>
              </a:solidFill>
              <a:latin typeface="Ubuntu"/>
              <a:ea typeface="Ubuntu"/>
              <a:cs typeface="Ubuntu"/>
              <a:sym typeface="Ubuntu"/>
            </a:endParaRPr>
          </a:p>
        </p:txBody>
      </p:sp>
      <p:pic>
        <p:nvPicPr>
          <p:cNvPr id="57" name="Google Shape;57;p13"/>
          <p:cNvPicPr preferRelativeResize="0"/>
          <p:nvPr/>
        </p:nvPicPr>
        <p:blipFill>
          <a:blip r:embed="rId3">
            <a:alphaModFix/>
          </a:blip>
          <a:stretch>
            <a:fillRect/>
          </a:stretch>
        </p:blipFill>
        <p:spPr>
          <a:xfrm>
            <a:off x="205475" y="3065975"/>
            <a:ext cx="3097514" cy="757500"/>
          </a:xfrm>
          <a:prstGeom prst="rect">
            <a:avLst/>
          </a:prstGeom>
          <a:noFill/>
          <a:ln>
            <a:noFill/>
          </a:ln>
        </p:spPr>
      </p:pic>
      <p:pic>
        <p:nvPicPr>
          <p:cNvPr id="58" name="Google Shape;58;p13"/>
          <p:cNvPicPr preferRelativeResize="0"/>
          <p:nvPr/>
        </p:nvPicPr>
        <p:blipFill>
          <a:blip r:embed="rId4">
            <a:alphaModFix/>
          </a:blip>
          <a:stretch>
            <a:fillRect/>
          </a:stretch>
        </p:blipFill>
        <p:spPr>
          <a:xfrm>
            <a:off x="1003750" y="4225226"/>
            <a:ext cx="3259500" cy="732150"/>
          </a:xfrm>
          <a:prstGeom prst="rect">
            <a:avLst/>
          </a:prstGeom>
          <a:noFill/>
          <a:ln>
            <a:noFill/>
          </a:ln>
        </p:spPr>
      </p:pic>
      <p:pic>
        <p:nvPicPr>
          <p:cNvPr id="59" name="Google Shape;59;p13" title="HI logo-white.png"/>
          <p:cNvPicPr preferRelativeResize="0"/>
          <p:nvPr/>
        </p:nvPicPr>
        <p:blipFill>
          <a:blip r:embed="rId5">
            <a:alphaModFix/>
          </a:blip>
          <a:stretch>
            <a:fillRect/>
          </a:stretch>
        </p:blipFill>
        <p:spPr>
          <a:xfrm>
            <a:off x="5104374" y="3973303"/>
            <a:ext cx="2060475" cy="1019850"/>
          </a:xfrm>
          <a:prstGeom prst="rect">
            <a:avLst/>
          </a:prstGeom>
          <a:noFill/>
          <a:ln>
            <a:noFill/>
          </a:ln>
        </p:spPr>
      </p:pic>
      <p:pic>
        <p:nvPicPr>
          <p:cNvPr id="60" name="Google Shape;60;p13" title="OULU HI LOGO-white.png"/>
          <p:cNvPicPr preferRelativeResize="0"/>
          <p:nvPr/>
        </p:nvPicPr>
        <p:blipFill>
          <a:blip r:embed="rId6">
            <a:alphaModFix/>
          </a:blip>
          <a:stretch>
            <a:fillRect/>
          </a:stretch>
        </p:blipFill>
        <p:spPr>
          <a:xfrm>
            <a:off x="6908475" y="2618773"/>
            <a:ext cx="1761600" cy="1421599"/>
          </a:xfrm>
          <a:prstGeom prst="rect">
            <a:avLst/>
          </a:prstGeom>
          <a:noFill/>
          <a:ln>
            <a:noFill/>
          </a:ln>
        </p:spPr>
      </p:pic>
      <p:sp>
        <p:nvSpPr>
          <p:cNvPr id="61" name="Google Shape;61;p13"/>
          <p:cNvSpPr/>
          <p:nvPr/>
        </p:nvSpPr>
        <p:spPr>
          <a:xfrm>
            <a:off x="3475375" y="1483175"/>
            <a:ext cx="2416800" cy="1896300"/>
          </a:xfrm>
          <a:prstGeom prst="chord">
            <a:avLst>
              <a:gd fmla="val 21174852" name="adj1"/>
              <a:gd fmla="val 11240685"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 name="Google Shape;62;p13"/>
          <p:cNvSpPr txBox="1"/>
          <p:nvPr/>
        </p:nvSpPr>
        <p:spPr>
          <a:xfrm>
            <a:off x="3687025" y="2210800"/>
            <a:ext cx="1993500" cy="488700"/>
          </a:xfrm>
          <a:prstGeom prst="rect">
            <a:avLst/>
          </a:prstGeom>
          <a:noFill/>
          <a:ln>
            <a:noFill/>
          </a:ln>
        </p:spPr>
        <p:txBody>
          <a:bodyPr anchorCtr="0" anchor="b" bIns="91425" lIns="91425" spcFirstLastPara="1" rIns="91425" wrap="square" tIns="91425">
            <a:normAutofit fontScale="77500" lnSpcReduction="20000"/>
          </a:bodyPr>
          <a:lstStyle/>
          <a:p>
            <a:pPr indent="0" lvl="0" marL="0" rtl="0" algn="ctr">
              <a:spcBef>
                <a:spcPts val="0"/>
              </a:spcBef>
              <a:spcAft>
                <a:spcPts val="0"/>
              </a:spcAft>
              <a:buNone/>
            </a:pPr>
            <a:r>
              <a:rPr b="1" lang="en" sz="2889">
                <a:solidFill>
                  <a:schemeClr val="accent1"/>
                </a:solidFill>
                <a:latin typeface="Ubuntu"/>
                <a:ea typeface="Ubuntu"/>
                <a:cs typeface="Ubuntu"/>
                <a:sym typeface="Ubuntu"/>
              </a:rPr>
              <a:t>Mark Adamik</a:t>
            </a:r>
            <a:endParaRPr b="1" sz="1736">
              <a:solidFill>
                <a:schemeClr val="accent1"/>
              </a:solidFill>
              <a:latin typeface="Ubuntu"/>
              <a:ea typeface="Ubuntu"/>
              <a:cs typeface="Ubuntu"/>
              <a:sym typeface="Ubuntu"/>
            </a:endParaRPr>
          </a:p>
        </p:txBody>
      </p:sp>
      <p:sp>
        <p:nvSpPr>
          <p:cNvPr id="63" name="Google Shape;63;p13"/>
          <p:cNvSpPr txBox="1"/>
          <p:nvPr/>
        </p:nvSpPr>
        <p:spPr>
          <a:xfrm>
            <a:off x="3846925" y="2884775"/>
            <a:ext cx="1673700" cy="387300"/>
          </a:xfrm>
          <a:prstGeom prst="rect">
            <a:avLst/>
          </a:prstGeom>
          <a:noFill/>
          <a:ln>
            <a:noFill/>
          </a:ln>
        </p:spPr>
        <p:txBody>
          <a:bodyPr anchorCtr="0" anchor="ctr" bIns="91425" lIns="91425" spcFirstLastPara="1" rIns="91425" wrap="square" tIns="91425">
            <a:normAutofit/>
          </a:bodyPr>
          <a:lstStyle/>
          <a:p>
            <a:pPr indent="0" lvl="0" marL="0" rtl="0" algn="ctr">
              <a:lnSpc>
                <a:spcPct val="80000"/>
              </a:lnSpc>
              <a:spcBef>
                <a:spcPts val="0"/>
              </a:spcBef>
              <a:spcAft>
                <a:spcPts val="0"/>
              </a:spcAft>
              <a:buSzPts val="935"/>
              <a:buNone/>
            </a:pPr>
            <a:r>
              <a:rPr b="1" lang="en">
                <a:solidFill>
                  <a:schemeClr val="accent1"/>
                </a:solidFill>
                <a:latin typeface="Ubuntu"/>
                <a:ea typeface="Ubuntu"/>
                <a:cs typeface="Ubuntu"/>
                <a:sym typeface="Ubuntu"/>
              </a:rPr>
              <a:t>08-09-2025</a:t>
            </a:r>
            <a:endParaRPr b="1">
              <a:solidFill>
                <a:schemeClr val="accent1"/>
              </a:solidFill>
              <a:latin typeface="Ubuntu"/>
              <a:ea typeface="Ubuntu"/>
              <a:cs typeface="Ubuntu"/>
              <a:sym typeface="Ubuntu"/>
            </a:endParaRPr>
          </a:p>
        </p:txBody>
      </p:sp>
      <p:sp>
        <p:nvSpPr>
          <p:cNvPr id="64" name="Google Shape;64;p13"/>
          <p:cNvSpPr txBox="1"/>
          <p:nvPr/>
        </p:nvSpPr>
        <p:spPr>
          <a:xfrm>
            <a:off x="3619525" y="2618775"/>
            <a:ext cx="2128500" cy="387300"/>
          </a:xfrm>
          <a:prstGeom prst="rect">
            <a:avLst/>
          </a:prstGeom>
          <a:noFill/>
          <a:ln>
            <a:noFill/>
          </a:ln>
        </p:spPr>
        <p:txBody>
          <a:bodyPr anchorCtr="0" anchor="ctr" bIns="91425" lIns="91425" spcFirstLastPara="1" rIns="91425" wrap="square" tIns="91425">
            <a:normAutofit/>
          </a:bodyPr>
          <a:lstStyle/>
          <a:p>
            <a:pPr indent="0" lvl="0" marL="0" rtl="0" algn="ctr">
              <a:lnSpc>
                <a:spcPct val="80000"/>
              </a:lnSpc>
              <a:spcBef>
                <a:spcPts val="0"/>
              </a:spcBef>
              <a:spcAft>
                <a:spcPts val="0"/>
              </a:spcAft>
              <a:buSzPts val="935"/>
              <a:buNone/>
            </a:pPr>
            <a:r>
              <a:rPr b="1" lang="en">
                <a:solidFill>
                  <a:schemeClr val="accent1"/>
                </a:solidFill>
                <a:latin typeface="Ubuntu"/>
                <a:ea typeface="Ubuntu"/>
                <a:cs typeface="Ubuntu"/>
                <a:sym typeface="Ubuntu"/>
              </a:rPr>
              <a:t>Research Visit Plan</a:t>
            </a:r>
            <a:endParaRPr b="1">
              <a:solidFill>
                <a:schemeClr val="accent1"/>
              </a:solidFill>
              <a:latin typeface="Ubuntu"/>
              <a:ea typeface="Ubuntu"/>
              <a:cs typeface="Ubuntu"/>
              <a:sym typeface="Ubuntu"/>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p:nvPr/>
        </p:nvSpPr>
        <p:spPr>
          <a:xfrm>
            <a:off x="0" y="0"/>
            <a:ext cx="9144000" cy="692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14"/>
          <p:cNvSpPr txBox="1"/>
          <p:nvPr>
            <p:ph idx="1" type="subTitle"/>
          </p:nvPr>
        </p:nvSpPr>
        <p:spPr>
          <a:xfrm>
            <a:off x="358025"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Outline</a:t>
            </a:r>
            <a:endParaRPr b="1">
              <a:solidFill>
                <a:schemeClr val="lt1"/>
              </a:solidFill>
              <a:latin typeface="Ubuntu"/>
              <a:ea typeface="Ubuntu"/>
              <a:cs typeface="Ubuntu"/>
              <a:sym typeface="Ubuntu"/>
            </a:endParaRPr>
          </a:p>
        </p:txBody>
      </p:sp>
      <p:sp>
        <p:nvSpPr>
          <p:cNvPr id="71" name="Google Shape;71;p14"/>
          <p:cNvSpPr txBox="1"/>
          <p:nvPr/>
        </p:nvSpPr>
        <p:spPr>
          <a:xfrm>
            <a:off x="265850" y="1057600"/>
            <a:ext cx="8443500" cy="4028100"/>
          </a:xfrm>
          <a:prstGeom prst="rect">
            <a:avLst/>
          </a:prstGeom>
          <a:noFill/>
          <a:ln>
            <a:noFill/>
          </a:ln>
        </p:spPr>
        <p:txBody>
          <a:bodyPr anchorCtr="0" anchor="t" bIns="91425" lIns="91425" spcFirstLastPara="1" rIns="91425" wrap="square" tIns="91425">
            <a:noAutofit/>
          </a:bodyPr>
          <a:lstStyle/>
          <a:p>
            <a:pPr indent="-355600" lvl="0" marL="457200" rtl="0" algn="l">
              <a:lnSpc>
                <a:spcPct val="200000"/>
              </a:lnSpc>
              <a:spcBef>
                <a:spcPts val="0"/>
              </a:spcBef>
              <a:spcAft>
                <a:spcPts val="0"/>
              </a:spcAft>
              <a:buClr>
                <a:schemeClr val="accent1"/>
              </a:buClr>
              <a:buSzPts val="2000"/>
              <a:buAutoNum type="arabicPeriod"/>
            </a:pPr>
            <a:r>
              <a:rPr b="1" lang="en" sz="2000">
                <a:solidFill>
                  <a:schemeClr val="accent1"/>
                </a:solidFill>
              </a:rPr>
              <a:t>Recap on my PhD topic</a:t>
            </a:r>
            <a:endParaRPr b="1" sz="2000">
              <a:solidFill>
                <a:schemeClr val="accent1"/>
              </a:solidFill>
            </a:endParaRPr>
          </a:p>
          <a:p>
            <a:pPr indent="-355600" lvl="0" marL="457200" rtl="0" algn="l">
              <a:lnSpc>
                <a:spcPct val="200000"/>
              </a:lnSpc>
              <a:spcBef>
                <a:spcPts val="0"/>
              </a:spcBef>
              <a:spcAft>
                <a:spcPts val="0"/>
              </a:spcAft>
              <a:buClr>
                <a:schemeClr val="accent1"/>
              </a:buClr>
              <a:buSzPts val="2000"/>
              <a:buAutoNum type="arabicPeriod"/>
            </a:pPr>
            <a:r>
              <a:rPr b="1" lang="en" sz="2000">
                <a:solidFill>
                  <a:schemeClr val="accent1"/>
                </a:solidFill>
              </a:rPr>
              <a:t>Overall idea</a:t>
            </a:r>
            <a:endParaRPr b="1" sz="2000">
              <a:solidFill>
                <a:schemeClr val="accent1"/>
              </a:solidFill>
            </a:endParaRPr>
          </a:p>
          <a:p>
            <a:pPr indent="-355600" lvl="0" marL="457200" rtl="0" algn="l">
              <a:lnSpc>
                <a:spcPct val="200000"/>
              </a:lnSpc>
              <a:spcBef>
                <a:spcPts val="0"/>
              </a:spcBef>
              <a:spcAft>
                <a:spcPts val="0"/>
              </a:spcAft>
              <a:buClr>
                <a:schemeClr val="accent1"/>
              </a:buClr>
              <a:buSzPts val="2000"/>
              <a:buAutoNum type="arabicPeriod"/>
            </a:pPr>
            <a:r>
              <a:rPr b="1" lang="en" sz="2000">
                <a:solidFill>
                  <a:schemeClr val="accent1"/>
                </a:solidFill>
              </a:rPr>
              <a:t>Plan for the visit</a:t>
            </a:r>
            <a:endParaRPr b="1" sz="2000">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p:nvPr/>
        </p:nvSpPr>
        <p:spPr>
          <a:xfrm>
            <a:off x="0" y="1647075"/>
            <a:ext cx="9144000" cy="14967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4000">
                <a:solidFill>
                  <a:schemeClr val="lt1"/>
                </a:solidFill>
                <a:latin typeface="Ubuntu"/>
                <a:ea typeface="Ubuntu"/>
                <a:cs typeface="Ubuntu"/>
                <a:sym typeface="Ubuntu"/>
              </a:rPr>
              <a:t>My PhD Topic</a:t>
            </a:r>
            <a:endParaRPr b="1" sz="4000">
              <a:solidFill>
                <a:schemeClr val="lt1"/>
              </a:solidFill>
              <a:latin typeface="Ubuntu"/>
              <a:ea typeface="Ubuntu"/>
              <a:cs typeface="Ubuntu"/>
              <a:sym typeface="Ubuntu"/>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p16" title="PEL-Two Layers.png"/>
          <p:cNvPicPr preferRelativeResize="0"/>
          <p:nvPr/>
        </p:nvPicPr>
        <p:blipFill>
          <a:blip r:embed="rId3">
            <a:alphaModFix/>
          </a:blip>
          <a:stretch>
            <a:fillRect/>
          </a:stretch>
        </p:blipFill>
        <p:spPr>
          <a:xfrm>
            <a:off x="94850" y="855025"/>
            <a:ext cx="8954301" cy="2212326"/>
          </a:xfrm>
          <a:prstGeom prst="rect">
            <a:avLst/>
          </a:prstGeom>
          <a:noFill/>
          <a:ln>
            <a:noFill/>
          </a:ln>
        </p:spPr>
      </p:pic>
      <p:sp>
        <p:nvSpPr>
          <p:cNvPr id="83" name="Google Shape;83;p16"/>
          <p:cNvSpPr/>
          <p:nvPr/>
        </p:nvSpPr>
        <p:spPr>
          <a:xfrm>
            <a:off x="0" y="0"/>
            <a:ext cx="9144000" cy="692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16"/>
          <p:cNvSpPr txBox="1"/>
          <p:nvPr>
            <p:ph idx="1" type="subTitle"/>
          </p:nvPr>
        </p:nvSpPr>
        <p:spPr>
          <a:xfrm>
            <a:off x="358025" y="40500"/>
            <a:ext cx="8786100" cy="6111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b="1" lang="en">
                <a:solidFill>
                  <a:schemeClr val="lt1"/>
                </a:solidFill>
                <a:latin typeface="Ubuntu"/>
                <a:ea typeface="Ubuntu"/>
                <a:cs typeface="Ubuntu"/>
                <a:sym typeface="Ubuntu"/>
              </a:rPr>
              <a:t>How to link sensory data to knowledge repositories?</a:t>
            </a:r>
            <a:endParaRPr b="1">
              <a:solidFill>
                <a:schemeClr val="lt1"/>
              </a:solidFill>
              <a:latin typeface="Ubuntu"/>
              <a:ea typeface="Ubuntu"/>
              <a:cs typeface="Ubuntu"/>
              <a:sym typeface="Ubuntu"/>
            </a:endParaRPr>
          </a:p>
        </p:txBody>
      </p:sp>
      <p:pic>
        <p:nvPicPr>
          <p:cNvPr id="85" name="Google Shape;85;p16"/>
          <p:cNvPicPr preferRelativeResize="0"/>
          <p:nvPr/>
        </p:nvPicPr>
        <p:blipFill>
          <a:blip r:embed="rId4">
            <a:alphaModFix/>
          </a:blip>
          <a:stretch>
            <a:fillRect/>
          </a:stretch>
        </p:blipFill>
        <p:spPr>
          <a:xfrm>
            <a:off x="194150" y="3365000"/>
            <a:ext cx="8839204" cy="115669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p:nvPr/>
        </p:nvSpPr>
        <p:spPr>
          <a:xfrm>
            <a:off x="0" y="0"/>
            <a:ext cx="9144000" cy="692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7"/>
          <p:cNvSpPr txBox="1"/>
          <p:nvPr>
            <p:ph idx="1" type="subTitle"/>
          </p:nvPr>
        </p:nvSpPr>
        <p:spPr>
          <a:xfrm>
            <a:off x="358025"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PEL Pipeline with EL</a:t>
            </a:r>
            <a:endParaRPr b="1">
              <a:solidFill>
                <a:schemeClr val="lt1"/>
              </a:solidFill>
              <a:latin typeface="Ubuntu"/>
              <a:ea typeface="Ubuntu"/>
              <a:cs typeface="Ubuntu"/>
              <a:sym typeface="Ubuntu"/>
            </a:endParaRPr>
          </a:p>
        </p:txBody>
      </p:sp>
      <p:pic>
        <p:nvPicPr>
          <p:cNvPr id="92" name="Google Shape;92;p17"/>
          <p:cNvPicPr preferRelativeResize="0"/>
          <p:nvPr/>
        </p:nvPicPr>
        <p:blipFill>
          <a:blip r:embed="rId3">
            <a:alphaModFix/>
          </a:blip>
          <a:stretch>
            <a:fillRect/>
          </a:stretch>
        </p:blipFill>
        <p:spPr>
          <a:xfrm>
            <a:off x="152400" y="723275"/>
            <a:ext cx="8839201" cy="2479346"/>
          </a:xfrm>
          <a:prstGeom prst="rect">
            <a:avLst/>
          </a:prstGeom>
          <a:noFill/>
          <a:ln>
            <a:noFill/>
          </a:ln>
        </p:spPr>
      </p:pic>
      <p:pic>
        <p:nvPicPr>
          <p:cNvPr id="93" name="Google Shape;93;p17"/>
          <p:cNvPicPr preferRelativeResize="0"/>
          <p:nvPr/>
        </p:nvPicPr>
        <p:blipFill>
          <a:blip r:embed="rId4">
            <a:alphaModFix/>
          </a:blip>
          <a:stretch>
            <a:fillRect/>
          </a:stretch>
        </p:blipFill>
        <p:spPr>
          <a:xfrm>
            <a:off x="194150" y="3365000"/>
            <a:ext cx="8839204" cy="115669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p:nvPr/>
        </p:nvSpPr>
        <p:spPr>
          <a:xfrm>
            <a:off x="0" y="0"/>
            <a:ext cx="9144000" cy="6921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8"/>
          <p:cNvSpPr txBox="1"/>
          <p:nvPr>
            <p:ph idx="1" type="subTitle"/>
          </p:nvPr>
        </p:nvSpPr>
        <p:spPr>
          <a:xfrm>
            <a:off x="358025"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Perceived-Entity Linking System</a:t>
            </a:r>
            <a:endParaRPr b="1">
              <a:solidFill>
                <a:schemeClr val="lt1"/>
              </a:solidFill>
              <a:latin typeface="Ubuntu"/>
              <a:ea typeface="Ubuntu"/>
              <a:cs typeface="Ubuntu"/>
              <a:sym typeface="Ubuntu"/>
            </a:endParaRPr>
          </a:p>
        </p:txBody>
      </p:sp>
      <p:pic>
        <p:nvPicPr>
          <p:cNvPr id="100" name="Google Shape;100;p18"/>
          <p:cNvPicPr preferRelativeResize="0"/>
          <p:nvPr/>
        </p:nvPicPr>
        <p:blipFill>
          <a:blip r:embed="rId3">
            <a:alphaModFix/>
          </a:blip>
          <a:stretch>
            <a:fillRect/>
          </a:stretch>
        </p:blipFill>
        <p:spPr>
          <a:xfrm>
            <a:off x="668325" y="795325"/>
            <a:ext cx="7807350" cy="3995175"/>
          </a:xfrm>
          <a:prstGeom prst="rect">
            <a:avLst/>
          </a:prstGeom>
          <a:noFill/>
          <a:ln>
            <a:noFill/>
          </a:ln>
        </p:spPr>
      </p:pic>
      <p:sp>
        <p:nvSpPr>
          <p:cNvPr id="101" name="Google Shape;101;p18"/>
          <p:cNvSpPr txBox="1"/>
          <p:nvPr/>
        </p:nvSpPr>
        <p:spPr>
          <a:xfrm>
            <a:off x="0" y="4700875"/>
            <a:ext cx="9144000" cy="51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1"/>
                </a:solidFill>
                <a:latin typeface="Ubuntu Medium"/>
                <a:ea typeface="Ubuntu Medium"/>
                <a:cs typeface="Ubuntu Medium"/>
                <a:sym typeface="Ubuntu Medium"/>
              </a:rPr>
              <a:t>Adamik et al.: Large-Scale Knowledge Graph as a Tool for Enhanced Robotic Perception, AAAI Fall Symposium, Unified Representations for Robotic Application Development (AAAI FSS - UR-RAD), 2024</a:t>
            </a:r>
            <a:endParaRPr sz="1000">
              <a:solidFill>
                <a:schemeClr val="accent1"/>
              </a:solidFill>
              <a:latin typeface="Ubuntu Medium"/>
              <a:ea typeface="Ubuntu Medium"/>
              <a:cs typeface="Ubuntu Medium"/>
              <a:sym typeface="Ubuntu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p:nvPr/>
        </p:nvSpPr>
        <p:spPr>
          <a:xfrm>
            <a:off x="0" y="0"/>
            <a:ext cx="9144000" cy="6921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19"/>
          <p:cNvSpPr txBox="1"/>
          <p:nvPr>
            <p:ph idx="1" type="subTitle"/>
          </p:nvPr>
        </p:nvSpPr>
        <p:spPr>
          <a:xfrm>
            <a:off x="108250" y="40500"/>
            <a:ext cx="8786100" cy="6111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b="1" lang="en">
                <a:solidFill>
                  <a:schemeClr val="lt1"/>
                </a:solidFill>
                <a:latin typeface="Ubuntu"/>
                <a:ea typeface="Ubuntu"/>
                <a:cs typeface="Ubuntu"/>
                <a:sym typeface="Ubuntu"/>
              </a:rPr>
              <a:t>Ontology-Based Robot Vision System (ORVIS) - WIP</a:t>
            </a:r>
            <a:endParaRPr b="1">
              <a:solidFill>
                <a:schemeClr val="lt1"/>
              </a:solidFill>
              <a:latin typeface="Ubuntu"/>
              <a:ea typeface="Ubuntu"/>
              <a:cs typeface="Ubuntu"/>
              <a:sym typeface="Ubuntu"/>
            </a:endParaRPr>
          </a:p>
        </p:txBody>
      </p:sp>
      <p:pic>
        <p:nvPicPr>
          <p:cNvPr id="108" name="Google Shape;108;p19"/>
          <p:cNvPicPr preferRelativeResize="0"/>
          <p:nvPr/>
        </p:nvPicPr>
        <p:blipFill>
          <a:blip r:embed="rId3">
            <a:alphaModFix/>
          </a:blip>
          <a:stretch>
            <a:fillRect/>
          </a:stretch>
        </p:blipFill>
        <p:spPr>
          <a:xfrm>
            <a:off x="152400" y="844500"/>
            <a:ext cx="8839204" cy="409158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p:nvPr/>
        </p:nvSpPr>
        <p:spPr>
          <a:xfrm>
            <a:off x="0" y="1647075"/>
            <a:ext cx="9144000" cy="14967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4000">
                <a:solidFill>
                  <a:schemeClr val="lt1"/>
                </a:solidFill>
                <a:latin typeface="Ubuntu"/>
                <a:ea typeface="Ubuntu"/>
                <a:cs typeface="Ubuntu"/>
                <a:sym typeface="Ubuntu"/>
              </a:rPr>
              <a:t>Main Idea</a:t>
            </a:r>
            <a:endParaRPr b="1" sz="4000">
              <a:solidFill>
                <a:schemeClr val="lt1"/>
              </a:solidFill>
              <a:latin typeface="Ubuntu"/>
              <a:ea typeface="Ubuntu"/>
              <a:cs typeface="Ubuntu"/>
              <a:sym typeface="Ubuntu"/>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idx="1" type="subTitle"/>
          </p:nvPr>
        </p:nvSpPr>
        <p:spPr>
          <a:xfrm>
            <a:off x="747725" y="2146350"/>
            <a:ext cx="8099100" cy="85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2800"/>
              <a:buNone/>
            </a:pPr>
            <a:r>
              <a:rPr i="1" lang="en" sz="2500"/>
              <a:t>How can </a:t>
            </a:r>
            <a:r>
              <a:rPr b="1" i="1" lang="en" sz="2500"/>
              <a:t>background knowledge</a:t>
            </a:r>
            <a:r>
              <a:rPr i="1" lang="en" sz="2500"/>
              <a:t> be </a:t>
            </a:r>
            <a:r>
              <a:rPr i="1" lang="en" sz="2500"/>
              <a:t>integrated </a:t>
            </a:r>
            <a:r>
              <a:rPr i="1" lang="en" sz="2500"/>
              <a:t>into </a:t>
            </a:r>
            <a:r>
              <a:rPr b="1" i="1" lang="en" sz="2500"/>
              <a:t>affective computing algorithms</a:t>
            </a:r>
            <a:r>
              <a:rPr i="1" lang="en" sz="2500"/>
              <a:t> to improve their </a:t>
            </a:r>
            <a:r>
              <a:rPr b="1" i="1" lang="en" sz="2500"/>
              <a:t>performance</a:t>
            </a:r>
            <a:r>
              <a:rPr i="1" lang="en" sz="2500"/>
              <a:t>?</a:t>
            </a:r>
            <a:endParaRPr i="1" sz="1800"/>
          </a:p>
        </p:txBody>
      </p:sp>
      <p:sp>
        <p:nvSpPr>
          <p:cNvPr id="120" name="Google Shape;120;p21"/>
          <p:cNvSpPr/>
          <p:nvPr/>
        </p:nvSpPr>
        <p:spPr>
          <a:xfrm>
            <a:off x="0" y="0"/>
            <a:ext cx="9144000" cy="692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21"/>
          <p:cNvSpPr txBox="1"/>
          <p:nvPr>
            <p:ph idx="1" type="subTitle"/>
          </p:nvPr>
        </p:nvSpPr>
        <p:spPr>
          <a:xfrm>
            <a:off x="358025"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Research Problem</a:t>
            </a:r>
            <a:endParaRPr b="1">
              <a:solidFill>
                <a:schemeClr val="lt1"/>
              </a:solidFill>
              <a:latin typeface="Ubuntu"/>
              <a:ea typeface="Ubuntu"/>
              <a:cs typeface="Ubuntu"/>
              <a:sym typeface="Ubuntu"/>
            </a:endParaRPr>
          </a:p>
        </p:txBody>
      </p:sp>
      <p:cxnSp>
        <p:nvCxnSpPr>
          <p:cNvPr id="122" name="Google Shape;122;p21"/>
          <p:cNvCxnSpPr/>
          <p:nvPr/>
        </p:nvCxnSpPr>
        <p:spPr>
          <a:xfrm flipH="1">
            <a:off x="630400" y="2282825"/>
            <a:ext cx="20400" cy="1098900"/>
          </a:xfrm>
          <a:prstGeom prst="straightConnector1">
            <a:avLst/>
          </a:prstGeom>
          <a:noFill/>
          <a:ln cap="flat" cmpd="sng" w="76200">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p:nvPr/>
        </p:nvSpPr>
        <p:spPr>
          <a:xfrm>
            <a:off x="0" y="0"/>
            <a:ext cx="9144000" cy="692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22"/>
          <p:cNvSpPr txBox="1"/>
          <p:nvPr>
            <p:ph idx="1" type="subTitle"/>
          </p:nvPr>
        </p:nvSpPr>
        <p:spPr>
          <a:xfrm>
            <a:off x="358025"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Initial System</a:t>
            </a:r>
            <a:endParaRPr b="1">
              <a:solidFill>
                <a:schemeClr val="lt1"/>
              </a:solidFill>
              <a:latin typeface="Ubuntu"/>
              <a:ea typeface="Ubuntu"/>
              <a:cs typeface="Ubuntu"/>
              <a:sym typeface="Ubuntu"/>
            </a:endParaRPr>
          </a:p>
        </p:txBody>
      </p:sp>
      <p:pic>
        <p:nvPicPr>
          <p:cNvPr id="129" name="Google Shape;129;p22" title="PEL-Oulu-pure.drawio.png"/>
          <p:cNvPicPr preferRelativeResize="0"/>
          <p:nvPr/>
        </p:nvPicPr>
        <p:blipFill>
          <a:blip r:embed="rId3">
            <a:alphaModFix/>
          </a:blip>
          <a:stretch>
            <a:fillRect/>
          </a:stretch>
        </p:blipFill>
        <p:spPr>
          <a:xfrm>
            <a:off x="0" y="692100"/>
            <a:ext cx="9144003" cy="420142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3"/>
          <p:cNvSpPr/>
          <p:nvPr/>
        </p:nvSpPr>
        <p:spPr>
          <a:xfrm>
            <a:off x="0" y="0"/>
            <a:ext cx="9144000" cy="692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ph idx="1" type="subTitle"/>
          </p:nvPr>
        </p:nvSpPr>
        <p:spPr>
          <a:xfrm>
            <a:off x="358025"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Initial System + Affective Computing</a:t>
            </a:r>
            <a:endParaRPr b="1">
              <a:solidFill>
                <a:schemeClr val="lt1"/>
              </a:solidFill>
              <a:latin typeface="Ubuntu"/>
              <a:ea typeface="Ubuntu"/>
              <a:cs typeface="Ubuntu"/>
              <a:sym typeface="Ubuntu"/>
            </a:endParaRPr>
          </a:p>
        </p:txBody>
      </p:sp>
      <p:pic>
        <p:nvPicPr>
          <p:cNvPr id="136" name="Google Shape;136;p23" title="PEL-Oulu-pure.drawio.png"/>
          <p:cNvPicPr preferRelativeResize="0"/>
          <p:nvPr/>
        </p:nvPicPr>
        <p:blipFill>
          <a:blip r:embed="rId3">
            <a:alphaModFix/>
          </a:blip>
          <a:stretch>
            <a:fillRect/>
          </a:stretch>
        </p:blipFill>
        <p:spPr>
          <a:xfrm>
            <a:off x="0" y="692100"/>
            <a:ext cx="9144003" cy="4201421"/>
          </a:xfrm>
          <a:prstGeom prst="rect">
            <a:avLst/>
          </a:prstGeom>
          <a:noFill/>
          <a:ln>
            <a:noFill/>
          </a:ln>
        </p:spPr>
      </p:pic>
      <p:pic>
        <p:nvPicPr>
          <p:cNvPr id="137" name="Google Shape;137;p23" title="PEL-Oulu-3-affective.drawio.png"/>
          <p:cNvPicPr preferRelativeResize="0"/>
          <p:nvPr/>
        </p:nvPicPr>
        <p:blipFill>
          <a:blip r:embed="rId4">
            <a:alphaModFix/>
          </a:blip>
          <a:stretch>
            <a:fillRect/>
          </a:stretch>
        </p:blipFill>
        <p:spPr>
          <a:xfrm>
            <a:off x="0" y="692100"/>
            <a:ext cx="9144003" cy="420589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p:nvPr/>
        </p:nvSpPr>
        <p:spPr>
          <a:xfrm>
            <a:off x="0" y="0"/>
            <a:ext cx="9144000" cy="692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ph idx="1" type="subTitle"/>
          </p:nvPr>
        </p:nvSpPr>
        <p:spPr>
          <a:xfrm>
            <a:off x="358025"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Q1: Symbolic output of affective computing alg.</a:t>
            </a:r>
            <a:endParaRPr b="1">
              <a:solidFill>
                <a:schemeClr val="lt1"/>
              </a:solidFill>
              <a:latin typeface="Ubuntu"/>
              <a:ea typeface="Ubuntu"/>
              <a:cs typeface="Ubuntu"/>
              <a:sym typeface="Ubuntu"/>
            </a:endParaRPr>
          </a:p>
        </p:txBody>
      </p:sp>
      <p:pic>
        <p:nvPicPr>
          <p:cNvPr id="144" name="Google Shape;144;p24" title="PEL-Oulu-3-affective.drawio.png"/>
          <p:cNvPicPr preferRelativeResize="0"/>
          <p:nvPr/>
        </p:nvPicPr>
        <p:blipFill>
          <a:blip r:embed="rId3">
            <a:alphaModFix/>
          </a:blip>
          <a:stretch>
            <a:fillRect/>
          </a:stretch>
        </p:blipFill>
        <p:spPr>
          <a:xfrm>
            <a:off x="0" y="692100"/>
            <a:ext cx="9144003" cy="4205896"/>
          </a:xfrm>
          <a:prstGeom prst="rect">
            <a:avLst/>
          </a:prstGeom>
          <a:noFill/>
          <a:ln>
            <a:noFill/>
          </a:ln>
        </p:spPr>
      </p:pic>
      <p:pic>
        <p:nvPicPr>
          <p:cNvPr id="145" name="Google Shape;145;p24" title="PEL-Oulu-4-q1.drawio.png"/>
          <p:cNvPicPr preferRelativeResize="0"/>
          <p:nvPr/>
        </p:nvPicPr>
        <p:blipFill>
          <a:blip r:embed="rId4">
            <a:alphaModFix/>
          </a:blip>
          <a:stretch>
            <a:fillRect/>
          </a:stretch>
        </p:blipFill>
        <p:spPr>
          <a:xfrm>
            <a:off x="0" y="692109"/>
            <a:ext cx="9144003" cy="420588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p:nvPr/>
        </p:nvSpPr>
        <p:spPr>
          <a:xfrm>
            <a:off x="0" y="0"/>
            <a:ext cx="9144000" cy="692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ph idx="1" type="subTitle"/>
          </p:nvPr>
        </p:nvSpPr>
        <p:spPr>
          <a:xfrm>
            <a:off x="358025"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Q2: Contents of background knowledge</a:t>
            </a:r>
            <a:endParaRPr b="1">
              <a:solidFill>
                <a:schemeClr val="lt1"/>
              </a:solidFill>
              <a:latin typeface="Ubuntu"/>
              <a:ea typeface="Ubuntu"/>
              <a:cs typeface="Ubuntu"/>
              <a:sym typeface="Ubuntu"/>
            </a:endParaRPr>
          </a:p>
        </p:txBody>
      </p:sp>
      <p:pic>
        <p:nvPicPr>
          <p:cNvPr id="152" name="Google Shape;152;p25" title="PEL-Oulu-3-affective.drawio.png"/>
          <p:cNvPicPr preferRelativeResize="0"/>
          <p:nvPr/>
        </p:nvPicPr>
        <p:blipFill>
          <a:blip r:embed="rId3">
            <a:alphaModFix/>
          </a:blip>
          <a:stretch>
            <a:fillRect/>
          </a:stretch>
        </p:blipFill>
        <p:spPr>
          <a:xfrm>
            <a:off x="0" y="692100"/>
            <a:ext cx="9144003" cy="4205896"/>
          </a:xfrm>
          <a:prstGeom prst="rect">
            <a:avLst/>
          </a:prstGeom>
          <a:noFill/>
          <a:ln>
            <a:noFill/>
          </a:ln>
        </p:spPr>
      </p:pic>
      <p:pic>
        <p:nvPicPr>
          <p:cNvPr id="153" name="Google Shape;153;p25" title="PEL-Oulu-5-q2.drawio.png"/>
          <p:cNvPicPr preferRelativeResize="0"/>
          <p:nvPr/>
        </p:nvPicPr>
        <p:blipFill rotWithShape="1">
          <a:blip r:embed="rId4">
            <a:alphaModFix/>
          </a:blip>
          <a:srcRect b="0" l="0" r="0" t="0"/>
          <a:stretch/>
        </p:blipFill>
        <p:spPr>
          <a:xfrm>
            <a:off x="0" y="692109"/>
            <a:ext cx="9144003" cy="420588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p:nvPr/>
        </p:nvSpPr>
        <p:spPr>
          <a:xfrm>
            <a:off x="0" y="0"/>
            <a:ext cx="9144000" cy="692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ph idx="1" type="subTitle"/>
          </p:nvPr>
        </p:nvSpPr>
        <p:spPr>
          <a:xfrm>
            <a:off x="358025"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Q3: Performing PEL</a:t>
            </a:r>
            <a:endParaRPr b="1">
              <a:solidFill>
                <a:schemeClr val="lt1"/>
              </a:solidFill>
              <a:latin typeface="Ubuntu"/>
              <a:ea typeface="Ubuntu"/>
              <a:cs typeface="Ubuntu"/>
              <a:sym typeface="Ubuntu"/>
            </a:endParaRPr>
          </a:p>
        </p:txBody>
      </p:sp>
      <p:pic>
        <p:nvPicPr>
          <p:cNvPr id="160" name="Google Shape;160;p26" title="PEL-Oulu-3-affective.drawio.png"/>
          <p:cNvPicPr preferRelativeResize="0"/>
          <p:nvPr/>
        </p:nvPicPr>
        <p:blipFill>
          <a:blip r:embed="rId3">
            <a:alphaModFix/>
          </a:blip>
          <a:stretch>
            <a:fillRect/>
          </a:stretch>
        </p:blipFill>
        <p:spPr>
          <a:xfrm>
            <a:off x="0" y="692100"/>
            <a:ext cx="9144003" cy="4205896"/>
          </a:xfrm>
          <a:prstGeom prst="rect">
            <a:avLst/>
          </a:prstGeom>
          <a:noFill/>
          <a:ln>
            <a:noFill/>
          </a:ln>
        </p:spPr>
      </p:pic>
      <p:pic>
        <p:nvPicPr>
          <p:cNvPr id="161" name="Google Shape;161;p26" title="PEL-Oulu-4-q1.drawio.png"/>
          <p:cNvPicPr preferRelativeResize="0"/>
          <p:nvPr/>
        </p:nvPicPr>
        <p:blipFill>
          <a:blip r:embed="rId4">
            <a:alphaModFix/>
          </a:blip>
          <a:stretch>
            <a:fillRect/>
          </a:stretch>
        </p:blipFill>
        <p:spPr>
          <a:xfrm>
            <a:off x="0" y="692109"/>
            <a:ext cx="9144003" cy="4205884"/>
          </a:xfrm>
          <a:prstGeom prst="rect">
            <a:avLst/>
          </a:prstGeom>
          <a:noFill/>
          <a:ln>
            <a:noFill/>
          </a:ln>
        </p:spPr>
      </p:pic>
      <p:pic>
        <p:nvPicPr>
          <p:cNvPr id="162" name="Google Shape;162;p26" title="PEL-Oulu-6-q3.drawio.png"/>
          <p:cNvPicPr preferRelativeResize="0"/>
          <p:nvPr/>
        </p:nvPicPr>
        <p:blipFill>
          <a:blip r:embed="rId5">
            <a:alphaModFix/>
          </a:blip>
          <a:stretch>
            <a:fillRect/>
          </a:stretch>
        </p:blipFill>
        <p:spPr>
          <a:xfrm>
            <a:off x="0" y="694341"/>
            <a:ext cx="9144003" cy="420141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p:nvPr/>
        </p:nvSpPr>
        <p:spPr>
          <a:xfrm>
            <a:off x="0" y="0"/>
            <a:ext cx="9144000" cy="692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27"/>
          <p:cNvSpPr txBox="1"/>
          <p:nvPr>
            <p:ph idx="1" type="subTitle"/>
          </p:nvPr>
        </p:nvSpPr>
        <p:spPr>
          <a:xfrm>
            <a:off x="358025"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Incorporating context</a:t>
            </a:r>
            <a:endParaRPr b="1">
              <a:solidFill>
                <a:schemeClr val="lt1"/>
              </a:solidFill>
              <a:latin typeface="Ubuntu"/>
              <a:ea typeface="Ubuntu"/>
              <a:cs typeface="Ubuntu"/>
              <a:sym typeface="Ubuntu"/>
            </a:endParaRPr>
          </a:p>
        </p:txBody>
      </p:sp>
      <p:pic>
        <p:nvPicPr>
          <p:cNvPr id="169" name="Google Shape;169;p27" title="PEL-Oulu-3-affective.drawio.png"/>
          <p:cNvPicPr preferRelativeResize="0"/>
          <p:nvPr/>
        </p:nvPicPr>
        <p:blipFill>
          <a:blip r:embed="rId3">
            <a:alphaModFix/>
          </a:blip>
          <a:stretch>
            <a:fillRect/>
          </a:stretch>
        </p:blipFill>
        <p:spPr>
          <a:xfrm>
            <a:off x="0" y="692100"/>
            <a:ext cx="9144003" cy="4205896"/>
          </a:xfrm>
          <a:prstGeom prst="rect">
            <a:avLst/>
          </a:prstGeom>
          <a:noFill/>
          <a:ln>
            <a:noFill/>
          </a:ln>
        </p:spPr>
      </p:pic>
      <p:pic>
        <p:nvPicPr>
          <p:cNvPr id="170" name="Google Shape;170;p27" title="PEL-Oulu-4-q1.drawio.png"/>
          <p:cNvPicPr preferRelativeResize="0"/>
          <p:nvPr/>
        </p:nvPicPr>
        <p:blipFill>
          <a:blip r:embed="rId4">
            <a:alphaModFix/>
          </a:blip>
          <a:stretch>
            <a:fillRect/>
          </a:stretch>
        </p:blipFill>
        <p:spPr>
          <a:xfrm>
            <a:off x="0" y="692109"/>
            <a:ext cx="9144003" cy="4205884"/>
          </a:xfrm>
          <a:prstGeom prst="rect">
            <a:avLst/>
          </a:prstGeom>
          <a:noFill/>
          <a:ln>
            <a:noFill/>
          </a:ln>
        </p:spPr>
      </p:pic>
      <p:pic>
        <p:nvPicPr>
          <p:cNvPr id="171" name="Google Shape;171;p27" title="PEL-Oulu-6-q3.drawio.png"/>
          <p:cNvPicPr preferRelativeResize="0"/>
          <p:nvPr/>
        </p:nvPicPr>
        <p:blipFill>
          <a:blip r:embed="rId5">
            <a:alphaModFix/>
          </a:blip>
          <a:stretch>
            <a:fillRect/>
          </a:stretch>
        </p:blipFill>
        <p:spPr>
          <a:xfrm>
            <a:off x="0" y="694341"/>
            <a:ext cx="9144003" cy="4201419"/>
          </a:xfrm>
          <a:prstGeom prst="rect">
            <a:avLst/>
          </a:prstGeom>
          <a:noFill/>
          <a:ln>
            <a:noFill/>
          </a:ln>
        </p:spPr>
      </p:pic>
      <p:pic>
        <p:nvPicPr>
          <p:cNvPr id="172" name="Google Shape;172;p27" title="PEL-Oulu-7-q4-1.drawio.png"/>
          <p:cNvPicPr preferRelativeResize="0"/>
          <p:nvPr/>
        </p:nvPicPr>
        <p:blipFill>
          <a:blip r:embed="rId6">
            <a:alphaModFix/>
          </a:blip>
          <a:stretch>
            <a:fillRect/>
          </a:stretch>
        </p:blipFill>
        <p:spPr>
          <a:xfrm>
            <a:off x="0" y="692109"/>
            <a:ext cx="9144003" cy="420588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p:nvPr/>
        </p:nvSpPr>
        <p:spPr>
          <a:xfrm>
            <a:off x="0" y="0"/>
            <a:ext cx="9144000" cy="692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28"/>
          <p:cNvSpPr txBox="1"/>
          <p:nvPr>
            <p:ph idx="1" type="subTitle"/>
          </p:nvPr>
        </p:nvSpPr>
        <p:spPr>
          <a:xfrm>
            <a:off x="358025"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Q4: How to enhance output?</a:t>
            </a:r>
            <a:endParaRPr b="1">
              <a:solidFill>
                <a:schemeClr val="lt1"/>
              </a:solidFill>
              <a:latin typeface="Ubuntu"/>
              <a:ea typeface="Ubuntu"/>
              <a:cs typeface="Ubuntu"/>
              <a:sym typeface="Ubuntu"/>
            </a:endParaRPr>
          </a:p>
        </p:txBody>
      </p:sp>
      <p:pic>
        <p:nvPicPr>
          <p:cNvPr id="179" name="Google Shape;179;p28" title="PEL-Oulu-3-affective.drawio.png"/>
          <p:cNvPicPr preferRelativeResize="0"/>
          <p:nvPr/>
        </p:nvPicPr>
        <p:blipFill>
          <a:blip r:embed="rId3">
            <a:alphaModFix/>
          </a:blip>
          <a:stretch>
            <a:fillRect/>
          </a:stretch>
        </p:blipFill>
        <p:spPr>
          <a:xfrm>
            <a:off x="0" y="692100"/>
            <a:ext cx="9144003" cy="4205896"/>
          </a:xfrm>
          <a:prstGeom prst="rect">
            <a:avLst/>
          </a:prstGeom>
          <a:noFill/>
          <a:ln>
            <a:noFill/>
          </a:ln>
        </p:spPr>
      </p:pic>
      <p:pic>
        <p:nvPicPr>
          <p:cNvPr id="180" name="Google Shape;180;p28" title="PEL-Oulu-4-q1.drawio.png"/>
          <p:cNvPicPr preferRelativeResize="0"/>
          <p:nvPr/>
        </p:nvPicPr>
        <p:blipFill>
          <a:blip r:embed="rId4">
            <a:alphaModFix/>
          </a:blip>
          <a:stretch>
            <a:fillRect/>
          </a:stretch>
        </p:blipFill>
        <p:spPr>
          <a:xfrm>
            <a:off x="0" y="692109"/>
            <a:ext cx="9144003" cy="4205884"/>
          </a:xfrm>
          <a:prstGeom prst="rect">
            <a:avLst/>
          </a:prstGeom>
          <a:noFill/>
          <a:ln>
            <a:noFill/>
          </a:ln>
        </p:spPr>
      </p:pic>
      <p:pic>
        <p:nvPicPr>
          <p:cNvPr id="181" name="Google Shape;181;p28" title="PEL-Oulu-6-q3.drawio.png"/>
          <p:cNvPicPr preferRelativeResize="0"/>
          <p:nvPr/>
        </p:nvPicPr>
        <p:blipFill>
          <a:blip r:embed="rId5">
            <a:alphaModFix/>
          </a:blip>
          <a:stretch>
            <a:fillRect/>
          </a:stretch>
        </p:blipFill>
        <p:spPr>
          <a:xfrm>
            <a:off x="0" y="694341"/>
            <a:ext cx="9144003" cy="4201419"/>
          </a:xfrm>
          <a:prstGeom prst="rect">
            <a:avLst/>
          </a:prstGeom>
          <a:noFill/>
          <a:ln>
            <a:noFill/>
          </a:ln>
        </p:spPr>
      </p:pic>
      <p:pic>
        <p:nvPicPr>
          <p:cNvPr id="182" name="Google Shape;182;p28" title="PEL-Oulu-7-q4-1.drawio.png"/>
          <p:cNvPicPr preferRelativeResize="0"/>
          <p:nvPr/>
        </p:nvPicPr>
        <p:blipFill>
          <a:blip r:embed="rId6">
            <a:alphaModFix/>
          </a:blip>
          <a:stretch>
            <a:fillRect/>
          </a:stretch>
        </p:blipFill>
        <p:spPr>
          <a:xfrm>
            <a:off x="0" y="692109"/>
            <a:ext cx="9144003" cy="4205884"/>
          </a:xfrm>
          <a:prstGeom prst="rect">
            <a:avLst/>
          </a:prstGeom>
          <a:noFill/>
          <a:ln>
            <a:noFill/>
          </a:ln>
        </p:spPr>
      </p:pic>
      <p:pic>
        <p:nvPicPr>
          <p:cNvPr id="183" name="Google Shape;183;p28" title="PEL-Oulu-7-q4-2.drawio.png"/>
          <p:cNvPicPr preferRelativeResize="0"/>
          <p:nvPr/>
        </p:nvPicPr>
        <p:blipFill>
          <a:blip r:embed="rId7">
            <a:alphaModFix/>
          </a:blip>
          <a:stretch>
            <a:fillRect/>
          </a:stretch>
        </p:blipFill>
        <p:spPr>
          <a:xfrm>
            <a:off x="0" y="692109"/>
            <a:ext cx="9144003" cy="420588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p:nvPr/>
        </p:nvSpPr>
        <p:spPr>
          <a:xfrm>
            <a:off x="0" y="0"/>
            <a:ext cx="9144000" cy="692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9"/>
          <p:cNvSpPr txBox="1"/>
          <p:nvPr>
            <p:ph idx="1" type="subTitle"/>
          </p:nvPr>
        </p:nvSpPr>
        <p:spPr>
          <a:xfrm>
            <a:off x="358025"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Additional modalities (future work?)</a:t>
            </a:r>
            <a:endParaRPr b="1">
              <a:solidFill>
                <a:schemeClr val="lt1"/>
              </a:solidFill>
              <a:latin typeface="Ubuntu"/>
              <a:ea typeface="Ubuntu"/>
              <a:cs typeface="Ubuntu"/>
              <a:sym typeface="Ubuntu"/>
            </a:endParaRPr>
          </a:p>
        </p:txBody>
      </p:sp>
      <p:pic>
        <p:nvPicPr>
          <p:cNvPr id="190" name="Google Shape;190;p29" title="PEL-Oulu-3-affective.drawio.png"/>
          <p:cNvPicPr preferRelativeResize="0"/>
          <p:nvPr/>
        </p:nvPicPr>
        <p:blipFill>
          <a:blip r:embed="rId3">
            <a:alphaModFix/>
          </a:blip>
          <a:stretch>
            <a:fillRect/>
          </a:stretch>
        </p:blipFill>
        <p:spPr>
          <a:xfrm>
            <a:off x="0" y="692100"/>
            <a:ext cx="9144003" cy="4205896"/>
          </a:xfrm>
          <a:prstGeom prst="rect">
            <a:avLst/>
          </a:prstGeom>
          <a:noFill/>
          <a:ln>
            <a:noFill/>
          </a:ln>
        </p:spPr>
      </p:pic>
      <p:pic>
        <p:nvPicPr>
          <p:cNvPr id="191" name="Google Shape;191;p29" title="PEL-Oulu-4-q1.drawio.png"/>
          <p:cNvPicPr preferRelativeResize="0"/>
          <p:nvPr/>
        </p:nvPicPr>
        <p:blipFill>
          <a:blip r:embed="rId4">
            <a:alphaModFix/>
          </a:blip>
          <a:stretch>
            <a:fillRect/>
          </a:stretch>
        </p:blipFill>
        <p:spPr>
          <a:xfrm>
            <a:off x="0" y="692109"/>
            <a:ext cx="9144003" cy="4205884"/>
          </a:xfrm>
          <a:prstGeom prst="rect">
            <a:avLst/>
          </a:prstGeom>
          <a:noFill/>
          <a:ln>
            <a:noFill/>
          </a:ln>
        </p:spPr>
      </p:pic>
      <p:pic>
        <p:nvPicPr>
          <p:cNvPr id="192" name="Google Shape;192;p29" title="PEL-Oulu-6-q3.drawio.png"/>
          <p:cNvPicPr preferRelativeResize="0"/>
          <p:nvPr/>
        </p:nvPicPr>
        <p:blipFill>
          <a:blip r:embed="rId5">
            <a:alphaModFix/>
          </a:blip>
          <a:stretch>
            <a:fillRect/>
          </a:stretch>
        </p:blipFill>
        <p:spPr>
          <a:xfrm>
            <a:off x="0" y="694341"/>
            <a:ext cx="9144003" cy="4201419"/>
          </a:xfrm>
          <a:prstGeom prst="rect">
            <a:avLst/>
          </a:prstGeom>
          <a:noFill/>
          <a:ln>
            <a:noFill/>
          </a:ln>
        </p:spPr>
      </p:pic>
      <p:pic>
        <p:nvPicPr>
          <p:cNvPr id="193" name="Google Shape;193;p29" title="PEL-Oulu-7-q4-1.drawio.png"/>
          <p:cNvPicPr preferRelativeResize="0"/>
          <p:nvPr/>
        </p:nvPicPr>
        <p:blipFill>
          <a:blip r:embed="rId6">
            <a:alphaModFix/>
          </a:blip>
          <a:stretch>
            <a:fillRect/>
          </a:stretch>
        </p:blipFill>
        <p:spPr>
          <a:xfrm>
            <a:off x="0" y="692109"/>
            <a:ext cx="9144003" cy="4205884"/>
          </a:xfrm>
          <a:prstGeom prst="rect">
            <a:avLst/>
          </a:prstGeom>
          <a:noFill/>
          <a:ln>
            <a:noFill/>
          </a:ln>
        </p:spPr>
      </p:pic>
      <p:pic>
        <p:nvPicPr>
          <p:cNvPr id="194" name="Google Shape;194;p29" title="PEL-Oulu-7-q4-2.drawio.png"/>
          <p:cNvPicPr preferRelativeResize="0"/>
          <p:nvPr/>
        </p:nvPicPr>
        <p:blipFill>
          <a:blip r:embed="rId7">
            <a:alphaModFix/>
          </a:blip>
          <a:stretch>
            <a:fillRect/>
          </a:stretch>
        </p:blipFill>
        <p:spPr>
          <a:xfrm>
            <a:off x="0" y="692109"/>
            <a:ext cx="9144003" cy="4205884"/>
          </a:xfrm>
          <a:prstGeom prst="rect">
            <a:avLst/>
          </a:prstGeom>
          <a:noFill/>
          <a:ln>
            <a:noFill/>
          </a:ln>
        </p:spPr>
      </p:pic>
      <p:pic>
        <p:nvPicPr>
          <p:cNvPr id="195" name="Google Shape;195;p29" title="PEL-Oulu-complete-q4.drawio.png"/>
          <p:cNvPicPr preferRelativeResize="0"/>
          <p:nvPr/>
        </p:nvPicPr>
        <p:blipFill>
          <a:blip r:embed="rId8">
            <a:alphaModFix/>
          </a:blip>
          <a:stretch>
            <a:fillRect/>
          </a:stretch>
        </p:blipFill>
        <p:spPr>
          <a:xfrm>
            <a:off x="0" y="692109"/>
            <a:ext cx="9144003" cy="420588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0"/>
          <p:cNvSpPr txBox="1"/>
          <p:nvPr>
            <p:ph idx="1" type="subTitle"/>
          </p:nvPr>
        </p:nvSpPr>
        <p:spPr>
          <a:xfrm>
            <a:off x="153250" y="1035425"/>
            <a:ext cx="8520600" cy="95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2800"/>
              <a:buNone/>
            </a:pPr>
            <a:r>
              <a:rPr b="1" lang="en" sz="1500"/>
              <a:t>Q1 : What kind of symbolic outputs do the affective computing algorithms produce? </a:t>
            </a:r>
            <a:br>
              <a:rPr lang="en" sz="1400"/>
            </a:br>
            <a:endParaRPr sz="500"/>
          </a:p>
          <a:p>
            <a:pPr indent="-317500" lvl="0" marL="457200" marR="0" rtl="0" algn="l">
              <a:lnSpc>
                <a:spcPct val="100000"/>
              </a:lnSpc>
              <a:spcBef>
                <a:spcPts val="0"/>
              </a:spcBef>
              <a:spcAft>
                <a:spcPts val="0"/>
              </a:spcAft>
              <a:buSzPts val="1400"/>
              <a:buChar char=""/>
            </a:pPr>
            <a:r>
              <a:rPr lang="en" sz="1400"/>
              <a:t>A1: Investigate HF platform and existing CMVS approaches -&gt; integrate into ORKA </a:t>
            </a:r>
            <a:endParaRPr sz="1400"/>
          </a:p>
          <a:p>
            <a:pPr indent="-317500" lvl="0" marL="457200" marR="0" rtl="0" algn="l">
              <a:lnSpc>
                <a:spcPct val="100000"/>
              </a:lnSpc>
              <a:spcBef>
                <a:spcPts val="0"/>
              </a:spcBef>
              <a:spcAft>
                <a:spcPts val="0"/>
              </a:spcAft>
              <a:buSzPts val="1400"/>
              <a:buChar char=""/>
            </a:pPr>
            <a:r>
              <a:t/>
            </a:r>
            <a:endParaRPr sz="1400"/>
          </a:p>
        </p:txBody>
      </p:sp>
      <p:sp>
        <p:nvSpPr>
          <p:cNvPr id="201" name="Google Shape;201;p30"/>
          <p:cNvSpPr/>
          <p:nvPr/>
        </p:nvSpPr>
        <p:spPr>
          <a:xfrm>
            <a:off x="0" y="0"/>
            <a:ext cx="9144000" cy="692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30"/>
          <p:cNvSpPr txBox="1"/>
          <p:nvPr>
            <p:ph idx="1" type="subTitle"/>
          </p:nvPr>
        </p:nvSpPr>
        <p:spPr>
          <a:xfrm>
            <a:off x="358025"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Approaches for the questions</a:t>
            </a:r>
            <a:endParaRPr b="1">
              <a:solidFill>
                <a:schemeClr val="lt1"/>
              </a:solidFill>
              <a:latin typeface="Ubuntu"/>
              <a:ea typeface="Ubuntu"/>
              <a:cs typeface="Ubuntu"/>
              <a:sym typeface="Ubuntu"/>
            </a:endParaRPr>
          </a:p>
        </p:txBody>
      </p:sp>
      <p:sp>
        <p:nvSpPr>
          <p:cNvPr id="203" name="Google Shape;203;p30"/>
          <p:cNvSpPr txBox="1"/>
          <p:nvPr>
            <p:ph idx="1" type="subTitle"/>
          </p:nvPr>
        </p:nvSpPr>
        <p:spPr>
          <a:xfrm>
            <a:off x="153250" y="1796313"/>
            <a:ext cx="8520600" cy="95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2800"/>
              <a:buNone/>
            </a:pPr>
            <a:r>
              <a:rPr b="1" lang="en" sz="1500"/>
              <a:t>Q2 : What kind of knowledge should the graph contain?</a:t>
            </a:r>
            <a:br>
              <a:rPr lang="en" sz="1400"/>
            </a:br>
            <a:endParaRPr sz="500"/>
          </a:p>
          <a:p>
            <a:pPr indent="-317500" lvl="0" marL="457200" marR="0" rtl="0" algn="l">
              <a:lnSpc>
                <a:spcPct val="100000"/>
              </a:lnSpc>
              <a:spcBef>
                <a:spcPts val="0"/>
              </a:spcBef>
              <a:spcAft>
                <a:spcPts val="0"/>
              </a:spcAft>
              <a:buSzPts val="1400"/>
              <a:buChar char=""/>
            </a:pPr>
            <a:r>
              <a:rPr lang="en" sz="1400"/>
              <a:t>A2: Semi-manual knowledge engineering approach (Extending ORKA + Knowledge distillation + Investigate literature)</a:t>
            </a:r>
            <a:endParaRPr sz="1400"/>
          </a:p>
          <a:p>
            <a:pPr indent="-317500" lvl="0" marL="457200" marR="0" rtl="0" algn="l">
              <a:lnSpc>
                <a:spcPct val="100000"/>
              </a:lnSpc>
              <a:spcBef>
                <a:spcPts val="0"/>
              </a:spcBef>
              <a:spcAft>
                <a:spcPts val="0"/>
              </a:spcAft>
              <a:buSzPts val="1400"/>
              <a:buChar char=""/>
            </a:pPr>
            <a:r>
              <a:t/>
            </a:r>
            <a:endParaRPr sz="1400"/>
          </a:p>
        </p:txBody>
      </p:sp>
      <p:sp>
        <p:nvSpPr>
          <p:cNvPr id="204" name="Google Shape;204;p30"/>
          <p:cNvSpPr txBox="1"/>
          <p:nvPr>
            <p:ph idx="1" type="subTitle"/>
          </p:nvPr>
        </p:nvSpPr>
        <p:spPr>
          <a:xfrm>
            <a:off x="153250" y="2749125"/>
            <a:ext cx="8520600" cy="95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2800"/>
              <a:buNone/>
            </a:pPr>
            <a:r>
              <a:rPr b="1" lang="en" sz="1500"/>
              <a:t>Q3 : How do we perform the linking process </a:t>
            </a:r>
            <a:br>
              <a:rPr lang="en" sz="1400"/>
            </a:br>
            <a:endParaRPr sz="500"/>
          </a:p>
          <a:p>
            <a:pPr indent="-317500" lvl="0" marL="457200" marR="0" rtl="0" algn="l">
              <a:lnSpc>
                <a:spcPct val="100000"/>
              </a:lnSpc>
              <a:spcBef>
                <a:spcPts val="0"/>
              </a:spcBef>
              <a:spcAft>
                <a:spcPts val="0"/>
              </a:spcAft>
              <a:buSzPts val="1400"/>
              <a:buChar char=""/>
            </a:pPr>
            <a:r>
              <a:rPr lang="en" sz="1400"/>
              <a:t>A3: Compare RAG / Graph RAG / VLM - based approached against the baseline algorithm [1]</a:t>
            </a:r>
            <a:endParaRPr sz="1400"/>
          </a:p>
          <a:p>
            <a:pPr indent="-317500" lvl="0" marL="457200" marR="0" rtl="0" algn="l">
              <a:lnSpc>
                <a:spcPct val="100000"/>
              </a:lnSpc>
              <a:spcBef>
                <a:spcPts val="0"/>
              </a:spcBef>
              <a:spcAft>
                <a:spcPts val="0"/>
              </a:spcAft>
              <a:buSzPts val="1400"/>
              <a:buChar char=""/>
            </a:pPr>
            <a:r>
              <a:t/>
            </a:r>
            <a:endParaRPr sz="1400"/>
          </a:p>
        </p:txBody>
      </p:sp>
      <p:sp>
        <p:nvSpPr>
          <p:cNvPr id="205" name="Google Shape;205;p30"/>
          <p:cNvSpPr txBox="1"/>
          <p:nvPr>
            <p:ph idx="1" type="subTitle"/>
          </p:nvPr>
        </p:nvSpPr>
        <p:spPr>
          <a:xfrm>
            <a:off x="153250" y="3517250"/>
            <a:ext cx="8520600" cy="95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2800"/>
              <a:buNone/>
            </a:pPr>
            <a:r>
              <a:rPr b="1" lang="en" sz="1500"/>
              <a:t>Q4 : How do we reason over the links to enrich the output of the algorithms </a:t>
            </a:r>
            <a:br>
              <a:rPr lang="en" sz="1400"/>
            </a:br>
            <a:endParaRPr sz="500"/>
          </a:p>
          <a:p>
            <a:pPr indent="-317500" lvl="0" marL="457200" marR="0" rtl="0" algn="l">
              <a:lnSpc>
                <a:spcPct val="100000"/>
              </a:lnSpc>
              <a:spcBef>
                <a:spcPts val="0"/>
              </a:spcBef>
              <a:spcAft>
                <a:spcPts val="0"/>
              </a:spcAft>
              <a:buSzPts val="1400"/>
              <a:buChar char=""/>
            </a:pPr>
            <a:r>
              <a:rPr lang="en" sz="1400"/>
              <a:t>A4: Ablation study to compare system performance against raw </a:t>
            </a:r>
            <a:r>
              <a:rPr lang="en" sz="1400"/>
              <a:t>output of the algorithms</a:t>
            </a:r>
            <a:endParaRPr sz="1400"/>
          </a:p>
          <a:p>
            <a:pPr indent="-317500" lvl="0" marL="457200" marR="0" rtl="0" algn="l">
              <a:lnSpc>
                <a:spcPct val="100000"/>
              </a:lnSpc>
              <a:spcBef>
                <a:spcPts val="0"/>
              </a:spcBef>
              <a:spcAft>
                <a:spcPts val="0"/>
              </a:spcAft>
              <a:buSzPts val="1400"/>
              <a:buChar char=""/>
            </a:pPr>
            <a:r>
              <a:t/>
            </a:r>
            <a:endParaRPr sz="1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1"/>
          <p:cNvSpPr/>
          <p:nvPr/>
        </p:nvSpPr>
        <p:spPr>
          <a:xfrm>
            <a:off x="0" y="1647075"/>
            <a:ext cx="9144000" cy="14967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31"/>
          <p:cNvSpPr txBox="1"/>
          <p:nvPr>
            <p:ph type="ctrTitle"/>
          </p:nvPr>
        </p:nvSpPr>
        <p:spPr>
          <a:xfrm>
            <a:off x="311700" y="1742675"/>
            <a:ext cx="8520600" cy="105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4000">
                <a:solidFill>
                  <a:schemeClr val="lt1"/>
                </a:solidFill>
                <a:latin typeface="Ubuntu"/>
                <a:ea typeface="Ubuntu"/>
                <a:cs typeface="Ubuntu"/>
                <a:sym typeface="Ubuntu"/>
              </a:rPr>
              <a:t>(Initial) Timeline</a:t>
            </a:r>
            <a:endParaRPr b="1" sz="4000">
              <a:solidFill>
                <a:schemeClr val="lt1"/>
              </a:solidFill>
              <a:latin typeface="Ubuntu"/>
              <a:ea typeface="Ubuntu"/>
              <a:cs typeface="Ubuntu"/>
              <a:sym typeface="Ubuntu"/>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2"/>
          <p:cNvSpPr/>
          <p:nvPr/>
        </p:nvSpPr>
        <p:spPr>
          <a:xfrm>
            <a:off x="0" y="0"/>
            <a:ext cx="9144000" cy="6921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 name="Google Shape;217;p32"/>
          <p:cNvSpPr txBox="1"/>
          <p:nvPr>
            <p:ph idx="1" type="subTitle"/>
          </p:nvPr>
        </p:nvSpPr>
        <p:spPr>
          <a:xfrm>
            <a:off x="108250"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Original Working Plan Draft</a:t>
            </a:r>
            <a:endParaRPr b="1">
              <a:solidFill>
                <a:schemeClr val="lt1"/>
              </a:solidFill>
              <a:latin typeface="Ubuntu"/>
              <a:ea typeface="Ubuntu"/>
              <a:cs typeface="Ubuntu"/>
              <a:sym typeface="Ubuntu"/>
            </a:endParaRPr>
          </a:p>
        </p:txBody>
      </p:sp>
      <p:sp>
        <p:nvSpPr>
          <p:cNvPr id="218" name="Google Shape;218;p32"/>
          <p:cNvSpPr txBox="1"/>
          <p:nvPr>
            <p:ph idx="1" type="subTitle"/>
          </p:nvPr>
        </p:nvSpPr>
        <p:spPr>
          <a:xfrm>
            <a:off x="193525" y="741300"/>
            <a:ext cx="8114700" cy="15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400"/>
              <a:t>September – Orientation / Setup</a:t>
            </a:r>
            <a:endParaRPr b="1" sz="1400"/>
          </a:p>
          <a:p>
            <a:pPr indent="-317500" lvl="0" marL="914400" rtl="0" algn="l">
              <a:spcBef>
                <a:spcPts val="0"/>
              </a:spcBef>
              <a:spcAft>
                <a:spcPts val="0"/>
              </a:spcAft>
              <a:buSzPts val="1400"/>
              <a:buChar char=""/>
            </a:pPr>
            <a:r>
              <a:rPr lang="en" sz="1400"/>
              <a:t>○ Meet CMVS team, discuss possible collaboration points</a:t>
            </a:r>
            <a:endParaRPr sz="1400"/>
          </a:p>
          <a:p>
            <a:pPr indent="-317500" lvl="0" marL="914400" rtl="0" algn="l">
              <a:spcBef>
                <a:spcPts val="0"/>
              </a:spcBef>
              <a:spcAft>
                <a:spcPts val="0"/>
              </a:spcAft>
              <a:buSzPts val="1400"/>
              <a:buChar char=""/>
            </a:pPr>
            <a:r>
              <a:rPr lang="en" sz="1400"/>
              <a:t>○ Access datasets, tools, infrastructure</a:t>
            </a:r>
            <a:endParaRPr sz="1400"/>
          </a:p>
          <a:p>
            <a:pPr indent="-317500" lvl="0" marL="914400" rtl="0" algn="l">
              <a:spcBef>
                <a:spcPts val="0"/>
              </a:spcBef>
              <a:spcAft>
                <a:spcPts val="0"/>
              </a:spcAft>
              <a:buSzPts val="1400"/>
              <a:buChar char=""/>
            </a:pPr>
            <a:r>
              <a:rPr lang="en" sz="1400"/>
              <a:t>○ Literature review (affective computing + robotic perception)</a:t>
            </a:r>
            <a:endParaRPr sz="1400"/>
          </a:p>
          <a:p>
            <a:pPr indent="-317500" lvl="0" marL="914400" rtl="0" algn="l">
              <a:spcBef>
                <a:spcPts val="0"/>
              </a:spcBef>
              <a:spcAft>
                <a:spcPts val="0"/>
              </a:spcAft>
              <a:buSzPts val="1400"/>
              <a:buChar char=""/>
            </a:pPr>
            <a:r>
              <a:rPr lang="en" sz="1400"/>
              <a:t>○ Align ORKA + ORVIS with affective computing methods used by CMVS</a:t>
            </a:r>
            <a:endParaRPr sz="1400"/>
          </a:p>
          <a:p>
            <a:pPr indent="-317500" lvl="0" marL="914400" rtl="0" algn="l">
              <a:spcBef>
                <a:spcPts val="0"/>
              </a:spcBef>
              <a:spcAft>
                <a:spcPts val="0"/>
              </a:spcAft>
              <a:buSzPts val="1400"/>
              <a:buChar char=""/>
            </a:pPr>
            <a:r>
              <a:rPr lang="en" sz="1400"/>
              <a:t>○ Define concrete use cases / pilot scenarios</a:t>
            </a:r>
            <a:endParaRPr sz="1400"/>
          </a:p>
          <a:p>
            <a:pPr indent="-317500" lvl="0" marL="914400" rtl="0" algn="l">
              <a:spcBef>
                <a:spcPts val="0"/>
              </a:spcBef>
              <a:spcAft>
                <a:spcPts val="0"/>
              </a:spcAft>
              <a:buSzPts val="1400"/>
              <a:buChar char=""/>
            </a:pPr>
            <a:r>
              <a:rPr lang="en" sz="1400"/>
              <a:t>○ Start extending the ontology with affective concepts</a:t>
            </a:r>
            <a:endParaRPr sz="1400"/>
          </a:p>
          <a:p>
            <a:pPr indent="-317500" lvl="0" marL="914400" rtl="0" algn="l">
              <a:spcBef>
                <a:spcPts val="0"/>
              </a:spcBef>
              <a:spcAft>
                <a:spcPts val="0"/>
              </a:spcAft>
              <a:buSzPts val="1400"/>
              <a:buChar char=""/>
            </a:pPr>
            <a:r>
              <a:t/>
            </a:r>
            <a:endParaRPr sz="1400"/>
          </a:p>
        </p:txBody>
      </p:sp>
      <p:sp>
        <p:nvSpPr>
          <p:cNvPr id="219" name="Google Shape;219;p32"/>
          <p:cNvSpPr txBox="1"/>
          <p:nvPr/>
        </p:nvSpPr>
        <p:spPr>
          <a:xfrm>
            <a:off x="108250" y="2428500"/>
            <a:ext cx="9035700" cy="114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2"/>
                </a:solidFill>
              </a:rPr>
              <a:t>October – Method Development / Integration</a:t>
            </a:r>
            <a:endParaRPr b="1">
              <a:solidFill>
                <a:schemeClr val="dk2"/>
              </a:solidFill>
            </a:endParaRPr>
          </a:p>
          <a:p>
            <a:pPr indent="-317500" lvl="0" marL="914400" rtl="0" algn="l">
              <a:spcBef>
                <a:spcPts val="0"/>
              </a:spcBef>
              <a:spcAft>
                <a:spcPts val="0"/>
              </a:spcAft>
              <a:buClr>
                <a:schemeClr val="dk2"/>
              </a:buClr>
              <a:buSzPts val="1400"/>
              <a:buChar char=""/>
            </a:pPr>
            <a:r>
              <a:rPr lang="en">
                <a:solidFill>
                  <a:schemeClr val="dk2"/>
                </a:solidFill>
              </a:rPr>
              <a:t>○ Integrate affective outputs (emotion, facial cues) into perception pipeline (Possibly PEL with VLMs)</a:t>
            </a:r>
            <a:endParaRPr>
              <a:solidFill>
                <a:schemeClr val="dk2"/>
              </a:solidFill>
            </a:endParaRPr>
          </a:p>
          <a:p>
            <a:pPr indent="-317500" lvl="0" marL="914400" rtl="0" algn="l">
              <a:spcBef>
                <a:spcPts val="0"/>
              </a:spcBef>
              <a:spcAft>
                <a:spcPts val="0"/>
              </a:spcAft>
              <a:buClr>
                <a:schemeClr val="dk2"/>
              </a:buClr>
              <a:buSzPts val="1400"/>
              <a:buChar char=""/>
            </a:pPr>
            <a:r>
              <a:rPr lang="en">
                <a:solidFill>
                  <a:schemeClr val="dk2"/>
                </a:solidFill>
              </a:rPr>
              <a:t>○ Continue extending the ontology with affective concepts</a:t>
            </a:r>
            <a:endParaRPr>
              <a:solidFill>
                <a:schemeClr val="dk2"/>
              </a:solidFill>
            </a:endParaRPr>
          </a:p>
          <a:p>
            <a:pPr indent="-317500" lvl="0" marL="914400" rtl="0" algn="l">
              <a:spcBef>
                <a:spcPts val="0"/>
              </a:spcBef>
              <a:spcAft>
                <a:spcPts val="0"/>
              </a:spcAft>
              <a:buClr>
                <a:schemeClr val="dk2"/>
              </a:buClr>
              <a:buSzPts val="1400"/>
              <a:buChar char=""/>
            </a:pPr>
            <a:r>
              <a:rPr lang="en">
                <a:solidFill>
                  <a:schemeClr val="dk2"/>
                </a:solidFill>
              </a:rPr>
              <a:t>○ Prototype small experiments / case studies</a:t>
            </a:r>
            <a:endParaRPr>
              <a:solidFill>
                <a:schemeClr val="dk2"/>
              </a:solidFill>
            </a:endParaRPr>
          </a:p>
          <a:p>
            <a:pPr indent="-317500" lvl="0" marL="914400" rtl="0" algn="l">
              <a:spcBef>
                <a:spcPts val="0"/>
              </a:spcBef>
              <a:spcAft>
                <a:spcPts val="0"/>
              </a:spcAft>
              <a:buClr>
                <a:schemeClr val="dk2"/>
              </a:buClr>
              <a:buSzPts val="1400"/>
              <a:buChar char=""/>
            </a:pPr>
            <a:r>
              <a:rPr lang="en">
                <a:solidFill>
                  <a:schemeClr val="dk2"/>
                </a:solidFill>
              </a:rPr>
              <a:t>○ Hopefully weekly syncs with collaborators, refine approach</a:t>
            </a:r>
            <a:endParaRPr>
              <a:solidFill>
                <a:schemeClr val="dk2"/>
              </a:solidFill>
            </a:endParaRPr>
          </a:p>
          <a:p>
            <a:pPr indent="-317500" lvl="0" marL="914400" rtl="0" algn="l">
              <a:spcBef>
                <a:spcPts val="0"/>
              </a:spcBef>
              <a:spcAft>
                <a:spcPts val="0"/>
              </a:spcAft>
              <a:buClr>
                <a:schemeClr val="dk2"/>
              </a:buClr>
              <a:buSzPts val="1400"/>
              <a:buChar char=""/>
            </a:pPr>
            <a:r>
              <a:rPr lang="en">
                <a:solidFill>
                  <a:schemeClr val="dk2"/>
                </a:solidFill>
              </a:rPr>
              <a:t>○ Mid-month (Workshop on the 9th of October): share intermediate results with team</a:t>
            </a:r>
            <a:endParaRPr>
              <a:solidFill>
                <a:schemeClr val="dk2"/>
              </a:solidFill>
            </a:endParaRPr>
          </a:p>
          <a:p>
            <a:pPr indent="-317500" lvl="0" marL="914400" rtl="0" algn="l">
              <a:spcBef>
                <a:spcPts val="0"/>
              </a:spcBef>
              <a:spcAft>
                <a:spcPts val="0"/>
              </a:spcAft>
              <a:buClr>
                <a:schemeClr val="dk2"/>
              </a:buClr>
              <a:buSzPts val="1400"/>
              <a:buChar char=""/>
            </a:pPr>
            <a:r>
              <a:t/>
            </a:r>
            <a:endParaRPr sz="1800">
              <a:solidFill>
                <a:schemeClr val="dk2"/>
              </a:solidFill>
            </a:endParaRPr>
          </a:p>
        </p:txBody>
      </p:sp>
      <p:sp>
        <p:nvSpPr>
          <p:cNvPr id="220" name="Google Shape;220;p32"/>
          <p:cNvSpPr txBox="1"/>
          <p:nvPr/>
        </p:nvSpPr>
        <p:spPr>
          <a:xfrm>
            <a:off x="130925" y="3933075"/>
            <a:ext cx="8333700" cy="51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2"/>
                </a:solidFill>
              </a:rPr>
              <a:t>November – Evaluation / Wrap-up</a:t>
            </a:r>
            <a:endParaRPr b="1">
              <a:solidFill>
                <a:schemeClr val="dk2"/>
              </a:solidFill>
            </a:endParaRPr>
          </a:p>
          <a:p>
            <a:pPr indent="-317500" lvl="0" marL="914400" rtl="0" algn="l">
              <a:spcBef>
                <a:spcPts val="0"/>
              </a:spcBef>
              <a:spcAft>
                <a:spcPts val="0"/>
              </a:spcAft>
              <a:buClr>
                <a:schemeClr val="dk2"/>
              </a:buClr>
              <a:buSzPts val="1400"/>
              <a:buChar char=""/>
            </a:pPr>
            <a:r>
              <a:rPr lang="en">
                <a:solidFill>
                  <a:schemeClr val="dk2"/>
                </a:solidFill>
              </a:rPr>
              <a:t>○ Evaluate methods in hybrid scenarios &amp; Analyze results, document framework</a:t>
            </a:r>
            <a:endParaRPr>
              <a:solidFill>
                <a:schemeClr val="dk2"/>
              </a:solidFill>
            </a:endParaRPr>
          </a:p>
          <a:p>
            <a:pPr indent="-317500" lvl="0" marL="914400" rtl="0" algn="l">
              <a:spcBef>
                <a:spcPts val="0"/>
              </a:spcBef>
              <a:spcAft>
                <a:spcPts val="0"/>
              </a:spcAft>
              <a:buClr>
                <a:schemeClr val="dk2"/>
              </a:buClr>
              <a:buSzPts val="1400"/>
              <a:buChar char=""/>
            </a:pPr>
            <a:r>
              <a:rPr lang="en">
                <a:solidFill>
                  <a:schemeClr val="dk2"/>
                </a:solidFill>
              </a:rPr>
              <a:t>○ Write report / draft paper on outcomes</a:t>
            </a:r>
            <a:endParaRPr>
              <a:solidFill>
                <a:schemeClr val="dk2"/>
              </a:solidFill>
            </a:endParaRPr>
          </a:p>
          <a:p>
            <a:pPr indent="-317500" lvl="0" marL="914400" rtl="0" algn="l">
              <a:spcBef>
                <a:spcPts val="0"/>
              </a:spcBef>
              <a:spcAft>
                <a:spcPts val="0"/>
              </a:spcAft>
              <a:buClr>
                <a:schemeClr val="dk2"/>
              </a:buClr>
              <a:buSzPts val="1400"/>
              <a:buChar char=""/>
            </a:pPr>
            <a:r>
              <a:rPr lang="en">
                <a:solidFill>
                  <a:schemeClr val="dk2"/>
                </a:solidFill>
              </a:rPr>
              <a:t>○ Final presentation to CMVS team</a:t>
            </a:r>
            <a:endParaRPr sz="18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3"/>
          <p:cNvSpPr/>
          <p:nvPr/>
        </p:nvSpPr>
        <p:spPr>
          <a:xfrm>
            <a:off x="0" y="0"/>
            <a:ext cx="9144000" cy="6921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6" name="Google Shape;226;p33"/>
          <p:cNvSpPr txBox="1"/>
          <p:nvPr>
            <p:ph idx="1" type="subTitle"/>
          </p:nvPr>
        </p:nvSpPr>
        <p:spPr>
          <a:xfrm>
            <a:off x="108250"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Working Plan Draft Adjusted to Main Idea</a:t>
            </a:r>
            <a:endParaRPr b="1">
              <a:solidFill>
                <a:schemeClr val="lt1"/>
              </a:solidFill>
              <a:latin typeface="Ubuntu"/>
              <a:ea typeface="Ubuntu"/>
              <a:cs typeface="Ubuntu"/>
              <a:sym typeface="Ubuntu"/>
            </a:endParaRPr>
          </a:p>
        </p:txBody>
      </p:sp>
      <p:sp>
        <p:nvSpPr>
          <p:cNvPr id="227" name="Google Shape;227;p33"/>
          <p:cNvSpPr txBox="1"/>
          <p:nvPr>
            <p:ph idx="1" type="subTitle"/>
          </p:nvPr>
        </p:nvSpPr>
        <p:spPr>
          <a:xfrm>
            <a:off x="193525" y="741300"/>
            <a:ext cx="8114700" cy="15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400"/>
              <a:t>September – Orientation / Setup</a:t>
            </a:r>
            <a:endParaRPr b="1" sz="1400"/>
          </a:p>
          <a:p>
            <a:pPr indent="-317500" lvl="0" marL="914400" rtl="0" algn="l">
              <a:spcBef>
                <a:spcPts val="0"/>
              </a:spcBef>
              <a:spcAft>
                <a:spcPts val="0"/>
              </a:spcAft>
              <a:buSzPts val="1400"/>
              <a:buChar char=""/>
            </a:pPr>
            <a:r>
              <a:rPr lang="en" sz="1400"/>
              <a:t>○ Meet CMVS team, discuss possible collaboration points</a:t>
            </a:r>
            <a:endParaRPr sz="1400"/>
          </a:p>
          <a:p>
            <a:pPr indent="-317500" lvl="0" marL="914400" rtl="0" algn="l">
              <a:spcBef>
                <a:spcPts val="0"/>
              </a:spcBef>
              <a:spcAft>
                <a:spcPts val="0"/>
              </a:spcAft>
              <a:buSzPts val="1400"/>
              <a:buChar char=""/>
            </a:pPr>
            <a:r>
              <a:rPr lang="en" sz="1400"/>
              <a:t>○ Access datasets, tools, infrastructure</a:t>
            </a:r>
            <a:endParaRPr sz="1400"/>
          </a:p>
          <a:p>
            <a:pPr indent="-317500" lvl="0" marL="914400" rtl="0" algn="l">
              <a:spcBef>
                <a:spcPts val="0"/>
              </a:spcBef>
              <a:spcAft>
                <a:spcPts val="0"/>
              </a:spcAft>
              <a:buSzPts val="1400"/>
              <a:buChar char=""/>
            </a:pPr>
            <a:r>
              <a:rPr lang="en" sz="1400"/>
              <a:t>○ Literature review (affective computing + robotic perception)</a:t>
            </a:r>
            <a:endParaRPr sz="1400"/>
          </a:p>
          <a:p>
            <a:pPr indent="-317500" lvl="0" marL="914400" rtl="0" algn="l">
              <a:spcBef>
                <a:spcPts val="0"/>
              </a:spcBef>
              <a:spcAft>
                <a:spcPts val="0"/>
              </a:spcAft>
              <a:buSzPts val="1400"/>
              <a:buChar char=""/>
            </a:pPr>
            <a:r>
              <a:rPr lang="en" sz="1400"/>
              <a:t>○ Align ORKA + ORVIS with affective computing methods used by CMVS</a:t>
            </a:r>
            <a:endParaRPr sz="1400"/>
          </a:p>
          <a:p>
            <a:pPr indent="-317500" lvl="0" marL="914400" rtl="0" algn="l">
              <a:spcBef>
                <a:spcPts val="0"/>
              </a:spcBef>
              <a:spcAft>
                <a:spcPts val="0"/>
              </a:spcAft>
              <a:buSzPts val="1400"/>
              <a:buChar char=""/>
            </a:pPr>
            <a:r>
              <a:rPr lang="en" sz="1400"/>
              <a:t>○ Define concrete use cases / pilot scenarios</a:t>
            </a:r>
            <a:endParaRPr sz="1400"/>
          </a:p>
          <a:p>
            <a:pPr indent="-317500" lvl="0" marL="914400" rtl="0" algn="l">
              <a:spcBef>
                <a:spcPts val="0"/>
              </a:spcBef>
              <a:spcAft>
                <a:spcPts val="0"/>
              </a:spcAft>
              <a:buSzPts val="1400"/>
              <a:buChar char=""/>
            </a:pPr>
            <a:r>
              <a:rPr lang="en" sz="1400"/>
              <a:t>○ Start extending the ontology with affective concepts</a:t>
            </a:r>
            <a:endParaRPr sz="1400"/>
          </a:p>
          <a:p>
            <a:pPr indent="-317500" lvl="0" marL="914400" rtl="0" algn="l">
              <a:spcBef>
                <a:spcPts val="0"/>
              </a:spcBef>
              <a:spcAft>
                <a:spcPts val="0"/>
              </a:spcAft>
              <a:buSzPts val="1400"/>
              <a:buChar char=""/>
            </a:pPr>
            <a:r>
              <a:t/>
            </a:r>
            <a:endParaRPr sz="1400"/>
          </a:p>
        </p:txBody>
      </p:sp>
      <p:sp>
        <p:nvSpPr>
          <p:cNvPr id="228" name="Google Shape;228;p33"/>
          <p:cNvSpPr txBox="1"/>
          <p:nvPr/>
        </p:nvSpPr>
        <p:spPr>
          <a:xfrm>
            <a:off x="108250" y="2428500"/>
            <a:ext cx="9035700" cy="114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October – Method Development / Integration</a:t>
            </a:r>
            <a:endParaRPr b="1">
              <a:solidFill>
                <a:schemeClr val="dk2"/>
              </a:solidFill>
            </a:endParaRPr>
          </a:p>
          <a:p>
            <a:pPr indent="-317500" lvl="0" marL="914400" rtl="0" algn="l">
              <a:spcBef>
                <a:spcPts val="0"/>
              </a:spcBef>
              <a:spcAft>
                <a:spcPts val="0"/>
              </a:spcAft>
              <a:buClr>
                <a:schemeClr val="dk2"/>
              </a:buClr>
              <a:buSzPts val="1400"/>
              <a:buChar char=""/>
            </a:pPr>
            <a:r>
              <a:rPr lang="en">
                <a:solidFill>
                  <a:schemeClr val="dk2"/>
                </a:solidFill>
              </a:rPr>
              <a:t>○ Integrate affective outputs (emotion, facial cues) into perception pipeline (Possibly PEL with VLMs)</a:t>
            </a:r>
            <a:endParaRPr>
              <a:solidFill>
                <a:schemeClr val="dk2"/>
              </a:solidFill>
            </a:endParaRPr>
          </a:p>
          <a:p>
            <a:pPr indent="-317500" lvl="0" marL="914400" rtl="0" algn="l">
              <a:spcBef>
                <a:spcPts val="0"/>
              </a:spcBef>
              <a:spcAft>
                <a:spcPts val="0"/>
              </a:spcAft>
              <a:buClr>
                <a:schemeClr val="dk2"/>
              </a:buClr>
              <a:buSzPts val="1400"/>
              <a:buChar char=""/>
            </a:pPr>
            <a:r>
              <a:rPr lang="en">
                <a:solidFill>
                  <a:schemeClr val="dk2"/>
                </a:solidFill>
              </a:rPr>
              <a:t>○ Continue extending the ontology with affective concepts</a:t>
            </a:r>
            <a:endParaRPr>
              <a:solidFill>
                <a:schemeClr val="dk2"/>
              </a:solidFill>
            </a:endParaRPr>
          </a:p>
          <a:p>
            <a:pPr indent="-317500" lvl="0" marL="914400" rtl="0" algn="l">
              <a:spcBef>
                <a:spcPts val="0"/>
              </a:spcBef>
              <a:spcAft>
                <a:spcPts val="0"/>
              </a:spcAft>
              <a:buClr>
                <a:schemeClr val="dk2"/>
              </a:buClr>
              <a:buSzPts val="1400"/>
              <a:buChar char=""/>
            </a:pPr>
            <a:r>
              <a:rPr lang="en">
                <a:solidFill>
                  <a:schemeClr val="dk2"/>
                </a:solidFill>
              </a:rPr>
              <a:t>○ Prototype small experiments / case studies</a:t>
            </a:r>
            <a:endParaRPr>
              <a:solidFill>
                <a:schemeClr val="dk2"/>
              </a:solidFill>
            </a:endParaRPr>
          </a:p>
          <a:p>
            <a:pPr indent="-317500" lvl="0" marL="914400" rtl="0" algn="l">
              <a:spcBef>
                <a:spcPts val="0"/>
              </a:spcBef>
              <a:spcAft>
                <a:spcPts val="0"/>
              </a:spcAft>
              <a:buClr>
                <a:schemeClr val="dk2"/>
              </a:buClr>
              <a:buSzPts val="1400"/>
              <a:buChar char=""/>
            </a:pPr>
            <a:r>
              <a:rPr lang="en">
                <a:solidFill>
                  <a:schemeClr val="dk2"/>
                </a:solidFill>
              </a:rPr>
              <a:t>○ Hopefully weekly syncs with collaborators, refine approach</a:t>
            </a:r>
            <a:endParaRPr>
              <a:solidFill>
                <a:schemeClr val="dk2"/>
              </a:solidFill>
            </a:endParaRPr>
          </a:p>
          <a:p>
            <a:pPr indent="-317500" lvl="0" marL="914400" rtl="0" algn="l">
              <a:spcBef>
                <a:spcPts val="0"/>
              </a:spcBef>
              <a:spcAft>
                <a:spcPts val="0"/>
              </a:spcAft>
              <a:buClr>
                <a:schemeClr val="dk2"/>
              </a:buClr>
              <a:buSzPts val="1400"/>
              <a:buChar char=""/>
            </a:pPr>
            <a:r>
              <a:rPr lang="en">
                <a:solidFill>
                  <a:schemeClr val="dk2"/>
                </a:solidFill>
              </a:rPr>
              <a:t>○ Mid-month (Workshop on the 9th of October): share intermediate results with team</a:t>
            </a:r>
            <a:endParaRPr>
              <a:solidFill>
                <a:schemeClr val="dk2"/>
              </a:solidFill>
            </a:endParaRPr>
          </a:p>
          <a:p>
            <a:pPr indent="-317500" lvl="0" marL="914400" rtl="0" algn="l">
              <a:spcBef>
                <a:spcPts val="0"/>
              </a:spcBef>
              <a:spcAft>
                <a:spcPts val="0"/>
              </a:spcAft>
              <a:buClr>
                <a:schemeClr val="dk2"/>
              </a:buClr>
              <a:buSzPts val="1400"/>
              <a:buChar char=""/>
            </a:pPr>
            <a:r>
              <a:t/>
            </a:r>
            <a:endParaRPr sz="1800">
              <a:solidFill>
                <a:schemeClr val="dk2"/>
              </a:solidFill>
            </a:endParaRPr>
          </a:p>
        </p:txBody>
      </p:sp>
      <p:sp>
        <p:nvSpPr>
          <p:cNvPr id="229" name="Google Shape;229;p33"/>
          <p:cNvSpPr txBox="1"/>
          <p:nvPr/>
        </p:nvSpPr>
        <p:spPr>
          <a:xfrm>
            <a:off x="130925" y="3933075"/>
            <a:ext cx="8333700" cy="51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November – Evaluation / Wrap-up</a:t>
            </a:r>
            <a:endParaRPr b="1">
              <a:solidFill>
                <a:schemeClr val="dk2"/>
              </a:solidFill>
            </a:endParaRPr>
          </a:p>
          <a:p>
            <a:pPr indent="-317500" lvl="0" marL="914400" rtl="0" algn="l">
              <a:spcBef>
                <a:spcPts val="0"/>
              </a:spcBef>
              <a:spcAft>
                <a:spcPts val="0"/>
              </a:spcAft>
              <a:buClr>
                <a:schemeClr val="dk2"/>
              </a:buClr>
              <a:buSzPts val="1400"/>
              <a:buChar char=""/>
            </a:pPr>
            <a:r>
              <a:rPr lang="en">
                <a:solidFill>
                  <a:schemeClr val="dk2"/>
                </a:solidFill>
              </a:rPr>
              <a:t>○ Evaluate methods in hybrid scenarios &amp; Analyze results, document framework</a:t>
            </a:r>
            <a:endParaRPr>
              <a:solidFill>
                <a:schemeClr val="dk2"/>
              </a:solidFill>
            </a:endParaRPr>
          </a:p>
          <a:p>
            <a:pPr indent="-317500" lvl="0" marL="914400" rtl="0" algn="l">
              <a:spcBef>
                <a:spcPts val="0"/>
              </a:spcBef>
              <a:spcAft>
                <a:spcPts val="0"/>
              </a:spcAft>
              <a:buClr>
                <a:schemeClr val="dk2"/>
              </a:buClr>
              <a:buSzPts val="1400"/>
              <a:buChar char=""/>
            </a:pPr>
            <a:r>
              <a:rPr lang="en">
                <a:solidFill>
                  <a:schemeClr val="dk2"/>
                </a:solidFill>
              </a:rPr>
              <a:t>○ Write report / draft paper on outcomes</a:t>
            </a:r>
            <a:endParaRPr>
              <a:solidFill>
                <a:schemeClr val="dk2"/>
              </a:solidFill>
            </a:endParaRPr>
          </a:p>
          <a:p>
            <a:pPr indent="-317500" lvl="0" marL="914400" rtl="0" algn="l">
              <a:spcBef>
                <a:spcPts val="0"/>
              </a:spcBef>
              <a:spcAft>
                <a:spcPts val="0"/>
              </a:spcAft>
              <a:buClr>
                <a:schemeClr val="dk2"/>
              </a:buClr>
              <a:buSzPts val="1400"/>
              <a:buChar char=""/>
            </a:pPr>
            <a:r>
              <a:rPr lang="en">
                <a:solidFill>
                  <a:schemeClr val="dk2"/>
                </a:solidFill>
              </a:rPr>
              <a:t>○ Final presentation to CMVS team</a:t>
            </a:r>
            <a:endParaRPr sz="18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4"/>
          <p:cNvSpPr/>
          <p:nvPr/>
        </p:nvSpPr>
        <p:spPr>
          <a:xfrm>
            <a:off x="163889" y="4269825"/>
            <a:ext cx="88602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 name="Google Shape;235;p34"/>
          <p:cNvSpPr/>
          <p:nvPr/>
        </p:nvSpPr>
        <p:spPr>
          <a:xfrm>
            <a:off x="163889" y="3396550"/>
            <a:ext cx="88602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34"/>
          <p:cNvSpPr/>
          <p:nvPr/>
        </p:nvSpPr>
        <p:spPr>
          <a:xfrm>
            <a:off x="141889" y="2523300"/>
            <a:ext cx="88602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 name="Google Shape;237;p34"/>
          <p:cNvSpPr/>
          <p:nvPr/>
        </p:nvSpPr>
        <p:spPr>
          <a:xfrm>
            <a:off x="163889" y="1651913"/>
            <a:ext cx="88602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34"/>
          <p:cNvSpPr/>
          <p:nvPr/>
        </p:nvSpPr>
        <p:spPr>
          <a:xfrm>
            <a:off x="163889" y="769275"/>
            <a:ext cx="88602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34"/>
          <p:cNvSpPr/>
          <p:nvPr/>
        </p:nvSpPr>
        <p:spPr>
          <a:xfrm>
            <a:off x="169825" y="776800"/>
            <a:ext cx="4830300" cy="805200"/>
          </a:xfrm>
          <a:prstGeom prst="roundRect">
            <a:avLst>
              <a:gd fmla="val 15412"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 name="Google Shape;240;p34"/>
          <p:cNvSpPr/>
          <p:nvPr/>
        </p:nvSpPr>
        <p:spPr>
          <a:xfrm>
            <a:off x="0" y="0"/>
            <a:ext cx="9144000" cy="6921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34"/>
          <p:cNvSpPr txBox="1"/>
          <p:nvPr>
            <p:ph idx="1" type="subTitle"/>
          </p:nvPr>
        </p:nvSpPr>
        <p:spPr>
          <a:xfrm>
            <a:off x="108250"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September</a:t>
            </a:r>
            <a:endParaRPr b="1">
              <a:solidFill>
                <a:schemeClr val="lt1"/>
              </a:solidFill>
              <a:latin typeface="Ubuntu"/>
              <a:ea typeface="Ubuntu"/>
              <a:cs typeface="Ubuntu"/>
              <a:sym typeface="Ubuntu"/>
            </a:endParaRPr>
          </a:p>
        </p:txBody>
      </p:sp>
      <p:sp>
        <p:nvSpPr>
          <p:cNvPr id="242" name="Google Shape;242;p34"/>
          <p:cNvSpPr/>
          <p:nvPr/>
        </p:nvSpPr>
        <p:spPr>
          <a:xfrm>
            <a:off x="461900" y="776800"/>
            <a:ext cx="648300" cy="805200"/>
          </a:xfrm>
          <a:prstGeom prst="roundRect">
            <a:avLst>
              <a:gd fmla="val 16667"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34"/>
          <p:cNvSpPr/>
          <p:nvPr/>
        </p:nvSpPr>
        <p:spPr>
          <a:xfrm>
            <a:off x="4619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34"/>
          <p:cNvSpPr/>
          <p:nvPr/>
        </p:nvSpPr>
        <p:spPr>
          <a:xfrm>
            <a:off x="1110200" y="776800"/>
            <a:ext cx="648300" cy="805200"/>
          </a:xfrm>
          <a:prstGeom prst="roundRect">
            <a:avLst>
              <a:gd fmla="val 16667"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34"/>
          <p:cNvSpPr/>
          <p:nvPr/>
        </p:nvSpPr>
        <p:spPr>
          <a:xfrm>
            <a:off x="11102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34"/>
          <p:cNvSpPr/>
          <p:nvPr/>
        </p:nvSpPr>
        <p:spPr>
          <a:xfrm>
            <a:off x="1758500" y="776800"/>
            <a:ext cx="648300" cy="805200"/>
          </a:xfrm>
          <a:prstGeom prst="roundRect">
            <a:avLst>
              <a:gd fmla="val 16667"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34"/>
          <p:cNvSpPr/>
          <p:nvPr/>
        </p:nvSpPr>
        <p:spPr>
          <a:xfrm>
            <a:off x="17585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34"/>
          <p:cNvSpPr/>
          <p:nvPr/>
        </p:nvSpPr>
        <p:spPr>
          <a:xfrm>
            <a:off x="2406800" y="776800"/>
            <a:ext cx="648300" cy="805200"/>
          </a:xfrm>
          <a:prstGeom prst="roundRect">
            <a:avLst>
              <a:gd fmla="val 16667"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 name="Google Shape;249;p34"/>
          <p:cNvSpPr/>
          <p:nvPr/>
        </p:nvSpPr>
        <p:spPr>
          <a:xfrm>
            <a:off x="24068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 name="Google Shape;250;p34"/>
          <p:cNvSpPr/>
          <p:nvPr/>
        </p:nvSpPr>
        <p:spPr>
          <a:xfrm>
            <a:off x="3055100" y="776800"/>
            <a:ext cx="648300" cy="805200"/>
          </a:xfrm>
          <a:prstGeom prst="roundRect">
            <a:avLst>
              <a:gd fmla="val 16667"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1" name="Google Shape;251;p34"/>
          <p:cNvSpPr/>
          <p:nvPr/>
        </p:nvSpPr>
        <p:spPr>
          <a:xfrm>
            <a:off x="30551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 name="Google Shape;252;p34"/>
          <p:cNvSpPr/>
          <p:nvPr/>
        </p:nvSpPr>
        <p:spPr>
          <a:xfrm>
            <a:off x="3703400" y="776800"/>
            <a:ext cx="648300" cy="805200"/>
          </a:xfrm>
          <a:prstGeom prst="roundRect">
            <a:avLst>
              <a:gd fmla="val 16667"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 name="Google Shape;253;p34"/>
          <p:cNvSpPr/>
          <p:nvPr/>
        </p:nvSpPr>
        <p:spPr>
          <a:xfrm>
            <a:off x="37034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34"/>
          <p:cNvSpPr/>
          <p:nvPr/>
        </p:nvSpPr>
        <p:spPr>
          <a:xfrm>
            <a:off x="4351700" y="776800"/>
            <a:ext cx="648300" cy="805200"/>
          </a:xfrm>
          <a:prstGeom prst="roundRect">
            <a:avLst>
              <a:gd fmla="val 16667"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34"/>
          <p:cNvSpPr/>
          <p:nvPr/>
        </p:nvSpPr>
        <p:spPr>
          <a:xfrm>
            <a:off x="43517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 name="Google Shape;256;p34"/>
          <p:cNvSpPr txBox="1"/>
          <p:nvPr/>
        </p:nvSpPr>
        <p:spPr>
          <a:xfrm rot="-5400000">
            <a:off x="-77425" y="976375"/>
            <a:ext cx="81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Ubuntu"/>
                <a:ea typeface="Ubuntu"/>
                <a:cs typeface="Ubuntu"/>
                <a:sym typeface="Ubuntu"/>
              </a:rPr>
              <a:t>Week 1</a:t>
            </a:r>
            <a:endParaRPr b="1">
              <a:solidFill>
                <a:schemeClr val="dk2"/>
              </a:solidFill>
              <a:latin typeface="Ubuntu"/>
              <a:ea typeface="Ubuntu"/>
              <a:cs typeface="Ubuntu"/>
              <a:sym typeface="Ubuntu"/>
            </a:endParaRPr>
          </a:p>
        </p:txBody>
      </p:sp>
      <p:sp>
        <p:nvSpPr>
          <p:cNvPr id="257" name="Google Shape;257;p34"/>
          <p:cNvSpPr/>
          <p:nvPr/>
        </p:nvSpPr>
        <p:spPr>
          <a:xfrm>
            <a:off x="159500" y="1651638"/>
            <a:ext cx="48303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8" name="Google Shape;258;p34"/>
          <p:cNvSpPr/>
          <p:nvPr/>
        </p:nvSpPr>
        <p:spPr>
          <a:xfrm>
            <a:off x="451575" y="1651638"/>
            <a:ext cx="648300" cy="805200"/>
          </a:xfrm>
          <a:prstGeom prst="roundRect">
            <a:avLst>
              <a:gd fmla="val 16667"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9" name="Google Shape;259;p34"/>
          <p:cNvSpPr/>
          <p:nvPr/>
        </p:nvSpPr>
        <p:spPr>
          <a:xfrm>
            <a:off x="4515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 name="Google Shape;260;p34"/>
          <p:cNvSpPr/>
          <p:nvPr/>
        </p:nvSpPr>
        <p:spPr>
          <a:xfrm>
            <a:off x="1099875" y="1651638"/>
            <a:ext cx="648300" cy="805200"/>
          </a:xfrm>
          <a:prstGeom prst="roundRect">
            <a:avLst>
              <a:gd fmla="val 16667"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 name="Google Shape;261;p34"/>
          <p:cNvSpPr/>
          <p:nvPr/>
        </p:nvSpPr>
        <p:spPr>
          <a:xfrm>
            <a:off x="10998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2" name="Google Shape;262;p34"/>
          <p:cNvSpPr/>
          <p:nvPr/>
        </p:nvSpPr>
        <p:spPr>
          <a:xfrm>
            <a:off x="1748175" y="16516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34"/>
          <p:cNvSpPr/>
          <p:nvPr/>
        </p:nvSpPr>
        <p:spPr>
          <a:xfrm>
            <a:off x="17481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34"/>
          <p:cNvSpPr/>
          <p:nvPr/>
        </p:nvSpPr>
        <p:spPr>
          <a:xfrm>
            <a:off x="2396475" y="16516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 name="Google Shape;265;p34"/>
          <p:cNvSpPr/>
          <p:nvPr/>
        </p:nvSpPr>
        <p:spPr>
          <a:xfrm>
            <a:off x="23964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6" name="Google Shape;266;p34"/>
          <p:cNvSpPr/>
          <p:nvPr/>
        </p:nvSpPr>
        <p:spPr>
          <a:xfrm>
            <a:off x="3044775" y="16516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 name="Google Shape;267;p34"/>
          <p:cNvSpPr/>
          <p:nvPr/>
        </p:nvSpPr>
        <p:spPr>
          <a:xfrm>
            <a:off x="30447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8" name="Google Shape;268;p34"/>
          <p:cNvSpPr/>
          <p:nvPr/>
        </p:nvSpPr>
        <p:spPr>
          <a:xfrm>
            <a:off x="3693075" y="1651638"/>
            <a:ext cx="648300" cy="8052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34"/>
          <p:cNvSpPr/>
          <p:nvPr/>
        </p:nvSpPr>
        <p:spPr>
          <a:xfrm>
            <a:off x="36930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34"/>
          <p:cNvSpPr/>
          <p:nvPr/>
        </p:nvSpPr>
        <p:spPr>
          <a:xfrm>
            <a:off x="4341375" y="1651638"/>
            <a:ext cx="648300" cy="8052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1" name="Google Shape;271;p34"/>
          <p:cNvSpPr/>
          <p:nvPr/>
        </p:nvSpPr>
        <p:spPr>
          <a:xfrm>
            <a:off x="43413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2" name="Google Shape;272;p34"/>
          <p:cNvSpPr txBox="1"/>
          <p:nvPr/>
        </p:nvSpPr>
        <p:spPr>
          <a:xfrm rot="-5400000">
            <a:off x="-87750" y="1851213"/>
            <a:ext cx="81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Ubuntu"/>
                <a:ea typeface="Ubuntu"/>
                <a:cs typeface="Ubuntu"/>
                <a:sym typeface="Ubuntu"/>
              </a:rPr>
              <a:t>Week 2</a:t>
            </a:r>
            <a:endParaRPr b="1">
              <a:solidFill>
                <a:schemeClr val="dk2"/>
              </a:solidFill>
              <a:latin typeface="Ubuntu"/>
              <a:ea typeface="Ubuntu"/>
              <a:cs typeface="Ubuntu"/>
              <a:sym typeface="Ubuntu"/>
            </a:endParaRPr>
          </a:p>
        </p:txBody>
      </p:sp>
      <p:sp>
        <p:nvSpPr>
          <p:cNvPr id="273" name="Google Shape;273;p34"/>
          <p:cNvSpPr/>
          <p:nvPr/>
        </p:nvSpPr>
        <p:spPr>
          <a:xfrm>
            <a:off x="144013" y="2526488"/>
            <a:ext cx="48303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4" name="Google Shape;274;p34"/>
          <p:cNvSpPr/>
          <p:nvPr/>
        </p:nvSpPr>
        <p:spPr>
          <a:xfrm>
            <a:off x="436088" y="252648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5" name="Google Shape;275;p34"/>
          <p:cNvSpPr/>
          <p:nvPr/>
        </p:nvSpPr>
        <p:spPr>
          <a:xfrm>
            <a:off x="4360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6" name="Google Shape;276;p34"/>
          <p:cNvSpPr/>
          <p:nvPr/>
        </p:nvSpPr>
        <p:spPr>
          <a:xfrm>
            <a:off x="1084388" y="252648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7" name="Google Shape;277;p34"/>
          <p:cNvSpPr/>
          <p:nvPr/>
        </p:nvSpPr>
        <p:spPr>
          <a:xfrm>
            <a:off x="10843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8" name="Google Shape;278;p34"/>
          <p:cNvSpPr/>
          <p:nvPr/>
        </p:nvSpPr>
        <p:spPr>
          <a:xfrm>
            <a:off x="1732688" y="252648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9" name="Google Shape;279;p34"/>
          <p:cNvSpPr/>
          <p:nvPr/>
        </p:nvSpPr>
        <p:spPr>
          <a:xfrm>
            <a:off x="17326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34"/>
          <p:cNvSpPr/>
          <p:nvPr/>
        </p:nvSpPr>
        <p:spPr>
          <a:xfrm>
            <a:off x="2380988" y="252648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1" name="Google Shape;281;p34"/>
          <p:cNvSpPr/>
          <p:nvPr/>
        </p:nvSpPr>
        <p:spPr>
          <a:xfrm>
            <a:off x="23809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2" name="Google Shape;282;p34"/>
          <p:cNvSpPr/>
          <p:nvPr/>
        </p:nvSpPr>
        <p:spPr>
          <a:xfrm>
            <a:off x="3029288" y="252648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3" name="Google Shape;283;p34"/>
          <p:cNvSpPr/>
          <p:nvPr/>
        </p:nvSpPr>
        <p:spPr>
          <a:xfrm>
            <a:off x="30292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4" name="Google Shape;284;p34"/>
          <p:cNvSpPr/>
          <p:nvPr/>
        </p:nvSpPr>
        <p:spPr>
          <a:xfrm>
            <a:off x="3677588" y="2526488"/>
            <a:ext cx="648300" cy="8052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 name="Google Shape;285;p34"/>
          <p:cNvSpPr/>
          <p:nvPr/>
        </p:nvSpPr>
        <p:spPr>
          <a:xfrm>
            <a:off x="36775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6" name="Google Shape;286;p34"/>
          <p:cNvSpPr/>
          <p:nvPr/>
        </p:nvSpPr>
        <p:spPr>
          <a:xfrm>
            <a:off x="4325888" y="2526488"/>
            <a:ext cx="648300" cy="8052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p34"/>
          <p:cNvSpPr/>
          <p:nvPr/>
        </p:nvSpPr>
        <p:spPr>
          <a:xfrm>
            <a:off x="43258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8" name="Google Shape;288;p34"/>
          <p:cNvSpPr txBox="1"/>
          <p:nvPr/>
        </p:nvSpPr>
        <p:spPr>
          <a:xfrm rot="-5400000">
            <a:off x="-103237" y="2726063"/>
            <a:ext cx="81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Ubuntu"/>
                <a:ea typeface="Ubuntu"/>
                <a:cs typeface="Ubuntu"/>
                <a:sym typeface="Ubuntu"/>
              </a:rPr>
              <a:t>Week 3</a:t>
            </a:r>
            <a:endParaRPr b="1">
              <a:solidFill>
                <a:schemeClr val="dk2"/>
              </a:solidFill>
              <a:latin typeface="Ubuntu"/>
              <a:ea typeface="Ubuntu"/>
              <a:cs typeface="Ubuntu"/>
              <a:sym typeface="Ubuntu"/>
            </a:endParaRPr>
          </a:p>
        </p:txBody>
      </p:sp>
      <p:sp>
        <p:nvSpPr>
          <p:cNvPr id="289" name="Google Shape;289;p34"/>
          <p:cNvSpPr/>
          <p:nvPr/>
        </p:nvSpPr>
        <p:spPr>
          <a:xfrm>
            <a:off x="154325" y="3401338"/>
            <a:ext cx="48303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34"/>
          <p:cNvSpPr/>
          <p:nvPr/>
        </p:nvSpPr>
        <p:spPr>
          <a:xfrm>
            <a:off x="446400" y="34013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1" name="Google Shape;291;p34"/>
          <p:cNvSpPr/>
          <p:nvPr/>
        </p:nvSpPr>
        <p:spPr>
          <a:xfrm>
            <a:off x="4464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2" name="Google Shape;292;p34"/>
          <p:cNvSpPr/>
          <p:nvPr/>
        </p:nvSpPr>
        <p:spPr>
          <a:xfrm>
            <a:off x="1094700" y="34013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3" name="Google Shape;293;p34"/>
          <p:cNvSpPr/>
          <p:nvPr/>
        </p:nvSpPr>
        <p:spPr>
          <a:xfrm>
            <a:off x="10947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4" name="Google Shape;294;p34"/>
          <p:cNvSpPr/>
          <p:nvPr/>
        </p:nvSpPr>
        <p:spPr>
          <a:xfrm>
            <a:off x="1743000" y="34013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5" name="Google Shape;295;p34"/>
          <p:cNvSpPr/>
          <p:nvPr/>
        </p:nvSpPr>
        <p:spPr>
          <a:xfrm>
            <a:off x="17430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34"/>
          <p:cNvSpPr/>
          <p:nvPr/>
        </p:nvSpPr>
        <p:spPr>
          <a:xfrm>
            <a:off x="2391300" y="34013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7" name="Google Shape;297;p34"/>
          <p:cNvSpPr/>
          <p:nvPr/>
        </p:nvSpPr>
        <p:spPr>
          <a:xfrm>
            <a:off x="23913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8" name="Google Shape;298;p34"/>
          <p:cNvSpPr/>
          <p:nvPr/>
        </p:nvSpPr>
        <p:spPr>
          <a:xfrm>
            <a:off x="3039600" y="34013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9" name="Google Shape;299;p34"/>
          <p:cNvSpPr/>
          <p:nvPr/>
        </p:nvSpPr>
        <p:spPr>
          <a:xfrm>
            <a:off x="30396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34"/>
          <p:cNvSpPr/>
          <p:nvPr/>
        </p:nvSpPr>
        <p:spPr>
          <a:xfrm>
            <a:off x="3687900" y="3401338"/>
            <a:ext cx="648300" cy="8052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34"/>
          <p:cNvSpPr/>
          <p:nvPr/>
        </p:nvSpPr>
        <p:spPr>
          <a:xfrm>
            <a:off x="36879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2" name="Google Shape;302;p34"/>
          <p:cNvSpPr/>
          <p:nvPr/>
        </p:nvSpPr>
        <p:spPr>
          <a:xfrm>
            <a:off x="4336200" y="3401338"/>
            <a:ext cx="648300" cy="8052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3" name="Google Shape;303;p34"/>
          <p:cNvSpPr/>
          <p:nvPr/>
        </p:nvSpPr>
        <p:spPr>
          <a:xfrm>
            <a:off x="43362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4" name="Google Shape;304;p34"/>
          <p:cNvSpPr txBox="1"/>
          <p:nvPr/>
        </p:nvSpPr>
        <p:spPr>
          <a:xfrm rot="-5400000">
            <a:off x="-92925" y="3600913"/>
            <a:ext cx="81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Ubuntu"/>
                <a:ea typeface="Ubuntu"/>
                <a:cs typeface="Ubuntu"/>
                <a:sym typeface="Ubuntu"/>
              </a:rPr>
              <a:t>Week 4</a:t>
            </a:r>
            <a:endParaRPr b="1">
              <a:solidFill>
                <a:schemeClr val="dk2"/>
              </a:solidFill>
              <a:latin typeface="Ubuntu"/>
              <a:ea typeface="Ubuntu"/>
              <a:cs typeface="Ubuntu"/>
              <a:sym typeface="Ubuntu"/>
            </a:endParaRPr>
          </a:p>
        </p:txBody>
      </p:sp>
      <p:sp>
        <p:nvSpPr>
          <p:cNvPr id="305" name="Google Shape;305;p34"/>
          <p:cNvSpPr/>
          <p:nvPr/>
        </p:nvSpPr>
        <p:spPr>
          <a:xfrm>
            <a:off x="164675" y="4276200"/>
            <a:ext cx="48303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6" name="Google Shape;306;p34"/>
          <p:cNvSpPr/>
          <p:nvPr/>
        </p:nvSpPr>
        <p:spPr>
          <a:xfrm>
            <a:off x="456750" y="4276200"/>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7" name="Google Shape;307;p34"/>
          <p:cNvSpPr/>
          <p:nvPr/>
        </p:nvSpPr>
        <p:spPr>
          <a:xfrm>
            <a:off x="456750" y="42762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8" name="Google Shape;308;p34"/>
          <p:cNvSpPr/>
          <p:nvPr/>
        </p:nvSpPr>
        <p:spPr>
          <a:xfrm>
            <a:off x="1105050" y="4276200"/>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9" name="Google Shape;309;p34"/>
          <p:cNvSpPr/>
          <p:nvPr/>
        </p:nvSpPr>
        <p:spPr>
          <a:xfrm>
            <a:off x="1105050" y="42762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0" name="Google Shape;310;p34"/>
          <p:cNvSpPr/>
          <p:nvPr/>
        </p:nvSpPr>
        <p:spPr>
          <a:xfrm>
            <a:off x="1753350" y="4276200"/>
            <a:ext cx="648300" cy="805200"/>
          </a:xfrm>
          <a:prstGeom prst="roundRect">
            <a:avLst>
              <a:gd fmla="val 16667" name="adj"/>
            </a:avLst>
          </a:prstGeom>
          <a:solidFill>
            <a:srgbClr val="CC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1" name="Google Shape;311;p34"/>
          <p:cNvSpPr/>
          <p:nvPr/>
        </p:nvSpPr>
        <p:spPr>
          <a:xfrm>
            <a:off x="1753350" y="42762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2" name="Google Shape;312;p34"/>
          <p:cNvSpPr/>
          <p:nvPr/>
        </p:nvSpPr>
        <p:spPr>
          <a:xfrm>
            <a:off x="2401650" y="4276200"/>
            <a:ext cx="648300" cy="805200"/>
          </a:xfrm>
          <a:prstGeom prst="roundRect">
            <a:avLst>
              <a:gd fmla="val 16667" name="adj"/>
            </a:avLst>
          </a:prstGeom>
          <a:solidFill>
            <a:srgbClr val="CC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3" name="Google Shape;313;p34"/>
          <p:cNvSpPr/>
          <p:nvPr/>
        </p:nvSpPr>
        <p:spPr>
          <a:xfrm>
            <a:off x="2401650" y="42762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4" name="Google Shape;314;p34"/>
          <p:cNvSpPr/>
          <p:nvPr/>
        </p:nvSpPr>
        <p:spPr>
          <a:xfrm>
            <a:off x="3049950" y="4276200"/>
            <a:ext cx="648300" cy="805200"/>
          </a:xfrm>
          <a:prstGeom prst="roundRect">
            <a:avLst>
              <a:gd fmla="val 16667" name="adj"/>
            </a:avLst>
          </a:prstGeom>
          <a:solidFill>
            <a:srgbClr val="CC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5" name="Google Shape;315;p34"/>
          <p:cNvSpPr/>
          <p:nvPr/>
        </p:nvSpPr>
        <p:spPr>
          <a:xfrm>
            <a:off x="3049950" y="42762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6" name="Google Shape;316;p34"/>
          <p:cNvSpPr/>
          <p:nvPr/>
        </p:nvSpPr>
        <p:spPr>
          <a:xfrm>
            <a:off x="3698250" y="4276200"/>
            <a:ext cx="648300" cy="805200"/>
          </a:xfrm>
          <a:prstGeom prst="roundRect">
            <a:avLst>
              <a:gd fmla="val 16667" name="adj"/>
            </a:avLst>
          </a:prstGeom>
          <a:solidFill>
            <a:srgbClr val="CC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7" name="Google Shape;317;p34"/>
          <p:cNvSpPr/>
          <p:nvPr/>
        </p:nvSpPr>
        <p:spPr>
          <a:xfrm>
            <a:off x="3698250" y="42762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34"/>
          <p:cNvSpPr/>
          <p:nvPr/>
        </p:nvSpPr>
        <p:spPr>
          <a:xfrm>
            <a:off x="4346550" y="4276200"/>
            <a:ext cx="648300" cy="805200"/>
          </a:xfrm>
          <a:prstGeom prst="roundRect">
            <a:avLst>
              <a:gd fmla="val 16667" name="adj"/>
            </a:avLst>
          </a:prstGeom>
          <a:solidFill>
            <a:srgbClr val="CC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34"/>
          <p:cNvSpPr/>
          <p:nvPr/>
        </p:nvSpPr>
        <p:spPr>
          <a:xfrm>
            <a:off x="4346550" y="42762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0" name="Google Shape;320;p34"/>
          <p:cNvSpPr txBox="1"/>
          <p:nvPr/>
        </p:nvSpPr>
        <p:spPr>
          <a:xfrm rot="-5400000">
            <a:off x="-82575" y="4475775"/>
            <a:ext cx="81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Ubuntu"/>
                <a:ea typeface="Ubuntu"/>
                <a:cs typeface="Ubuntu"/>
                <a:sym typeface="Ubuntu"/>
              </a:rPr>
              <a:t>Week 5</a:t>
            </a:r>
            <a:endParaRPr b="1">
              <a:solidFill>
                <a:schemeClr val="dk2"/>
              </a:solidFill>
              <a:latin typeface="Ubuntu"/>
              <a:ea typeface="Ubuntu"/>
              <a:cs typeface="Ubuntu"/>
              <a:sym typeface="Ubuntu"/>
            </a:endParaRPr>
          </a:p>
        </p:txBody>
      </p:sp>
      <p:sp>
        <p:nvSpPr>
          <p:cNvPr id="321" name="Google Shape;321;p34"/>
          <p:cNvSpPr txBox="1"/>
          <p:nvPr/>
        </p:nvSpPr>
        <p:spPr>
          <a:xfrm>
            <a:off x="418800" y="703150"/>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Monday</a:t>
            </a:r>
            <a:endParaRPr b="1" sz="800">
              <a:solidFill>
                <a:schemeClr val="dk2"/>
              </a:solidFill>
              <a:latin typeface="Ubuntu"/>
              <a:ea typeface="Ubuntu"/>
              <a:cs typeface="Ubuntu"/>
              <a:sym typeface="Ubuntu"/>
            </a:endParaRPr>
          </a:p>
        </p:txBody>
      </p:sp>
      <p:sp>
        <p:nvSpPr>
          <p:cNvPr id="322" name="Google Shape;322;p34"/>
          <p:cNvSpPr txBox="1"/>
          <p:nvPr/>
        </p:nvSpPr>
        <p:spPr>
          <a:xfrm>
            <a:off x="418800" y="1578000"/>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Monday</a:t>
            </a:r>
            <a:endParaRPr b="1" sz="800">
              <a:solidFill>
                <a:schemeClr val="dk2"/>
              </a:solidFill>
              <a:latin typeface="Ubuntu"/>
              <a:ea typeface="Ubuntu"/>
              <a:cs typeface="Ubuntu"/>
              <a:sym typeface="Ubuntu"/>
            </a:endParaRPr>
          </a:p>
        </p:txBody>
      </p:sp>
      <p:sp>
        <p:nvSpPr>
          <p:cNvPr id="323" name="Google Shape;323;p34"/>
          <p:cNvSpPr txBox="1"/>
          <p:nvPr/>
        </p:nvSpPr>
        <p:spPr>
          <a:xfrm>
            <a:off x="398150" y="2449663"/>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Monday</a:t>
            </a:r>
            <a:endParaRPr b="1" sz="800">
              <a:solidFill>
                <a:schemeClr val="dk2"/>
              </a:solidFill>
              <a:latin typeface="Ubuntu"/>
              <a:ea typeface="Ubuntu"/>
              <a:cs typeface="Ubuntu"/>
              <a:sym typeface="Ubuntu"/>
            </a:endParaRPr>
          </a:p>
        </p:txBody>
      </p:sp>
      <p:sp>
        <p:nvSpPr>
          <p:cNvPr id="324" name="Google Shape;324;p34"/>
          <p:cNvSpPr txBox="1"/>
          <p:nvPr/>
        </p:nvSpPr>
        <p:spPr>
          <a:xfrm>
            <a:off x="398150" y="3324500"/>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Monday</a:t>
            </a:r>
            <a:endParaRPr b="1" sz="800">
              <a:solidFill>
                <a:schemeClr val="dk2"/>
              </a:solidFill>
              <a:latin typeface="Ubuntu"/>
              <a:ea typeface="Ubuntu"/>
              <a:cs typeface="Ubuntu"/>
              <a:sym typeface="Ubuntu"/>
            </a:endParaRPr>
          </a:p>
        </p:txBody>
      </p:sp>
      <p:sp>
        <p:nvSpPr>
          <p:cNvPr id="325" name="Google Shape;325;p34"/>
          <p:cNvSpPr txBox="1"/>
          <p:nvPr/>
        </p:nvSpPr>
        <p:spPr>
          <a:xfrm>
            <a:off x="418800" y="4199325"/>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Monday</a:t>
            </a:r>
            <a:endParaRPr b="1" sz="800">
              <a:solidFill>
                <a:schemeClr val="dk2"/>
              </a:solidFill>
              <a:latin typeface="Ubuntu"/>
              <a:ea typeface="Ubuntu"/>
              <a:cs typeface="Ubuntu"/>
              <a:sym typeface="Ubuntu"/>
            </a:endParaRPr>
          </a:p>
        </p:txBody>
      </p:sp>
      <p:sp>
        <p:nvSpPr>
          <p:cNvPr id="326" name="Google Shape;326;p34"/>
          <p:cNvSpPr txBox="1"/>
          <p:nvPr/>
        </p:nvSpPr>
        <p:spPr>
          <a:xfrm>
            <a:off x="1074320" y="705268"/>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Tuesday</a:t>
            </a:r>
            <a:endParaRPr b="1" sz="800">
              <a:solidFill>
                <a:schemeClr val="dk2"/>
              </a:solidFill>
              <a:latin typeface="Ubuntu"/>
              <a:ea typeface="Ubuntu"/>
              <a:cs typeface="Ubuntu"/>
              <a:sym typeface="Ubuntu"/>
            </a:endParaRPr>
          </a:p>
        </p:txBody>
      </p:sp>
      <p:sp>
        <p:nvSpPr>
          <p:cNvPr id="327" name="Google Shape;327;p34"/>
          <p:cNvSpPr txBox="1"/>
          <p:nvPr/>
        </p:nvSpPr>
        <p:spPr>
          <a:xfrm>
            <a:off x="1074320" y="1580118"/>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Tuesday</a:t>
            </a:r>
            <a:endParaRPr b="1" sz="800">
              <a:solidFill>
                <a:schemeClr val="dk2"/>
              </a:solidFill>
              <a:latin typeface="Ubuntu"/>
              <a:ea typeface="Ubuntu"/>
              <a:cs typeface="Ubuntu"/>
              <a:sym typeface="Ubuntu"/>
            </a:endParaRPr>
          </a:p>
        </p:txBody>
      </p:sp>
      <p:sp>
        <p:nvSpPr>
          <p:cNvPr id="328" name="Google Shape;328;p34"/>
          <p:cNvSpPr txBox="1"/>
          <p:nvPr/>
        </p:nvSpPr>
        <p:spPr>
          <a:xfrm>
            <a:off x="1053670" y="2451781"/>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Tuesday</a:t>
            </a:r>
            <a:endParaRPr b="1" sz="800">
              <a:solidFill>
                <a:schemeClr val="dk2"/>
              </a:solidFill>
              <a:latin typeface="Ubuntu"/>
              <a:ea typeface="Ubuntu"/>
              <a:cs typeface="Ubuntu"/>
              <a:sym typeface="Ubuntu"/>
            </a:endParaRPr>
          </a:p>
        </p:txBody>
      </p:sp>
      <p:sp>
        <p:nvSpPr>
          <p:cNvPr id="329" name="Google Shape;329;p34"/>
          <p:cNvSpPr txBox="1"/>
          <p:nvPr/>
        </p:nvSpPr>
        <p:spPr>
          <a:xfrm>
            <a:off x="1053670" y="3326618"/>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Tuesday</a:t>
            </a:r>
            <a:endParaRPr b="1" sz="800">
              <a:solidFill>
                <a:schemeClr val="dk2"/>
              </a:solidFill>
              <a:latin typeface="Ubuntu"/>
              <a:ea typeface="Ubuntu"/>
              <a:cs typeface="Ubuntu"/>
              <a:sym typeface="Ubuntu"/>
            </a:endParaRPr>
          </a:p>
        </p:txBody>
      </p:sp>
      <p:sp>
        <p:nvSpPr>
          <p:cNvPr id="330" name="Google Shape;330;p34"/>
          <p:cNvSpPr txBox="1"/>
          <p:nvPr/>
        </p:nvSpPr>
        <p:spPr>
          <a:xfrm>
            <a:off x="1074320" y="4201443"/>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Tuesday</a:t>
            </a:r>
            <a:endParaRPr b="1" sz="800">
              <a:solidFill>
                <a:schemeClr val="dk2"/>
              </a:solidFill>
              <a:latin typeface="Ubuntu"/>
              <a:ea typeface="Ubuntu"/>
              <a:cs typeface="Ubuntu"/>
              <a:sym typeface="Ubuntu"/>
            </a:endParaRPr>
          </a:p>
        </p:txBody>
      </p:sp>
      <p:sp>
        <p:nvSpPr>
          <p:cNvPr id="331" name="Google Shape;331;p34"/>
          <p:cNvSpPr txBox="1"/>
          <p:nvPr/>
        </p:nvSpPr>
        <p:spPr>
          <a:xfrm>
            <a:off x="1699260" y="70657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Wednesday</a:t>
            </a:r>
            <a:endParaRPr b="1" sz="800">
              <a:solidFill>
                <a:schemeClr val="dk2"/>
              </a:solidFill>
              <a:latin typeface="Ubuntu"/>
              <a:ea typeface="Ubuntu"/>
              <a:cs typeface="Ubuntu"/>
              <a:sym typeface="Ubuntu"/>
            </a:endParaRPr>
          </a:p>
        </p:txBody>
      </p:sp>
      <p:sp>
        <p:nvSpPr>
          <p:cNvPr id="332" name="Google Shape;332;p34"/>
          <p:cNvSpPr txBox="1"/>
          <p:nvPr/>
        </p:nvSpPr>
        <p:spPr>
          <a:xfrm>
            <a:off x="2347260" y="70315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Thursday</a:t>
            </a:r>
            <a:endParaRPr b="1" sz="800">
              <a:solidFill>
                <a:schemeClr val="dk2"/>
              </a:solidFill>
              <a:latin typeface="Ubuntu"/>
              <a:ea typeface="Ubuntu"/>
              <a:cs typeface="Ubuntu"/>
              <a:sym typeface="Ubuntu"/>
            </a:endParaRPr>
          </a:p>
        </p:txBody>
      </p:sp>
      <p:sp>
        <p:nvSpPr>
          <p:cNvPr id="333" name="Google Shape;333;p34"/>
          <p:cNvSpPr txBox="1"/>
          <p:nvPr/>
        </p:nvSpPr>
        <p:spPr>
          <a:xfrm>
            <a:off x="2995560" y="70315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Friday</a:t>
            </a:r>
            <a:endParaRPr b="1" sz="800">
              <a:solidFill>
                <a:schemeClr val="dk2"/>
              </a:solidFill>
              <a:latin typeface="Ubuntu"/>
              <a:ea typeface="Ubuntu"/>
              <a:cs typeface="Ubuntu"/>
              <a:sym typeface="Ubuntu"/>
            </a:endParaRPr>
          </a:p>
        </p:txBody>
      </p:sp>
      <p:sp>
        <p:nvSpPr>
          <p:cNvPr id="334" name="Google Shape;334;p34"/>
          <p:cNvSpPr txBox="1"/>
          <p:nvPr/>
        </p:nvSpPr>
        <p:spPr>
          <a:xfrm>
            <a:off x="3663385" y="70315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Saturday</a:t>
            </a:r>
            <a:endParaRPr b="1" sz="800">
              <a:solidFill>
                <a:schemeClr val="dk2"/>
              </a:solidFill>
              <a:latin typeface="Ubuntu"/>
              <a:ea typeface="Ubuntu"/>
              <a:cs typeface="Ubuntu"/>
              <a:sym typeface="Ubuntu"/>
            </a:endParaRPr>
          </a:p>
        </p:txBody>
      </p:sp>
      <p:sp>
        <p:nvSpPr>
          <p:cNvPr id="335" name="Google Shape;335;p34"/>
          <p:cNvSpPr txBox="1"/>
          <p:nvPr/>
        </p:nvSpPr>
        <p:spPr>
          <a:xfrm>
            <a:off x="4318910" y="70657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Sunday</a:t>
            </a:r>
            <a:endParaRPr b="1" sz="800">
              <a:solidFill>
                <a:schemeClr val="dk2"/>
              </a:solidFill>
              <a:latin typeface="Ubuntu"/>
              <a:ea typeface="Ubuntu"/>
              <a:cs typeface="Ubuntu"/>
              <a:sym typeface="Ubuntu"/>
            </a:endParaRPr>
          </a:p>
        </p:txBody>
      </p:sp>
      <p:sp>
        <p:nvSpPr>
          <p:cNvPr id="336" name="Google Shape;336;p34"/>
          <p:cNvSpPr txBox="1"/>
          <p:nvPr/>
        </p:nvSpPr>
        <p:spPr>
          <a:xfrm>
            <a:off x="1693206" y="1581422"/>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Wednesday</a:t>
            </a:r>
            <a:endParaRPr b="1" sz="800">
              <a:solidFill>
                <a:schemeClr val="dk2"/>
              </a:solidFill>
              <a:latin typeface="Ubuntu"/>
              <a:ea typeface="Ubuntu"/>
              <a:cs typeface="Ubuntu"/>
              <a:sym typeface="Ubuntu"/>
            </a:endParaRPr>
          </a:p>
        </p:txBody>
      </p:sp>
      <p:sp>
        <p:nvSpPr>
          <p:cNvPr id="337" name="Google Shape;337;p34"/>
          <p:cNvSpPr txBox="1"/>
          <p:nvPr/>
        </p:nvSpPr>
        <p:spPr>
          <a:xfrm>
            <a:off x="2341206" y="1577997"/>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Thursday</a:t>
            </a:r>
            <a:endParaRPr b="1" sz="800">
              <a:solidFill>
                <a:schemeClr val="dk2"/>
              </a:solidFill>
              <a:latin typeface="Ubuntu"/>
              <a:ea typeface="Ubuntu"/>
              <a:cs typeface="Ubuntu"/>
              <a:sym typeface="Ubuntu"/>
            </a:endParaRPr>
          </a:p>
        </p:txBody>
      </p:sp>
      <p:sp>
        <p:nvSpPr>
          <p:cNvPr id="338" name="Google Shape;338;p34"/>
          <p:cNvSpPr txBox="1"/>
          <p:nvPr/>
        </p:nvSpPr>
        <p:spPr>
          <a:xfrm>
            <a:off x="2989506" y="1577997"/>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Friday</a:t>
            </a:r>
            <a:endParaRPr b="1" sz="800">
              <a:solidFill>
                <a:schemeClr val="dk2"/>
              </a:solidFill>
              <a:latin typeface="Ubuntu"/>
              <a:ea typeface="Ubuntu"/>
              <a:cs typeface="Ubuntu"/>
              <a:sym typeface="Ubuntu"/>
            </a:endParaRPr>
          </a:p>
        </p:txBody>
      </p:sp>
      <p:sp>
        <p:nvSpPr>
          <p:cNvPr id="339" name="Google Shape;339;p34"/>
          <p:cNvSpPr txBox="1"/>
          <p:nvPr/>
        </p:nvSpPr>
        <p:spPr>
          <a:xfrm>
            <a:off x="3657331" y="1577997"/>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Saturday</a:t>
            </a:r>
            <a:endParaRPr b="1" sz="800">
              <a:solidFill>
                <a:schemeClr val="dk2"/>
              </a:solidFill>
              <a:latin typeface="Ubuntu"/>
              <a:ea typeface="Ubuntu"/>
              <a:cs typeface="Ubuntu"/>
              <a:sym typeface="Ubuntu"/>
            </a:endParaRPr>
          </a:p>
        </p:txBody>
      </p:sp>
      <p:sp>
        <p:nvSpPr>
          <p:cNvPr id="340" name="Google Shape;340;p34"/>
          <p:cNvSpPr txBox="1"/>
          <p:nvPr/>
        </p:nvSpPr>
        <p:spPr>
          <a:xfrm>
            <a:off x="4312856" y="1581422"/>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Sunday</a:t>
            </a:r>
            <a:endParaRPr b="1" sz="800">
              <a:solidFill>
                <a:schemeClr val="dk2"/>
              </a:solidFill>
              <a:latin typeface="Ubuntu"/>
              <a:ea typeface="Ubuntu"/>
              <a:cs typeface="Ubuntu"/>
              <a:sym typeface="Ubuntu"/>
            </a:endParaRPr>
          </a:p>
        </p:txBody>
      </p:sp>
      <p:sp>
        <p:nvSpPr>
          <p:cNvPr id="341" name="Google Shape;341;p34"/>
          <p:cNvSpPr txBox="1"/>
          <p:nvPr/>
        </p:nvSpPr>
        <p:spPr>
          <a:xfrm>
            <a:off x="1675406" y="245573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Wednesday</a:t>
            </a:r>
            <a:endParaRPr b="1" sz="800">
              <a:solidFill>
                <a:schemeClr val="dk2"/>
              </a:solidFill>
              <a:latin typeface="Ubuntu"/>
              <a:ea typeface="Ubuntu"/>
              <a:cs typeface="Ubuntu"/>
              <a:sym typeface="Ubuntu"/>
            </a:endParaRPr>
          </a:p>
        </p:txBody>
      </p:sp>
      <p:sp>
        <p:nvSpPr>
          <p:cNvPr id="342" name="Google Shape;342;p34"/>
          <p:cNvSpPr txBox="1"/>
          <p:nvPr/>
        </p:nvSpPr>
        <p:spPr>
          <a:xfrm>
            <a:off x="2323406" y="245231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Thursday</a:t>
            </a:r>
            <a:endParaRPr b="1" sz="800">
              <a:solidFill>
                <a:schemeClr val="dk2"/>
              </a:solidFill>
              <a:latin typeface="Ubuntu"/>
              <a:ea typeface="Ubuntu"/>
              <a:cs typeface="Ubuntu"/>
              <a:sym typeface="Ubuntu"/>
            </a:endParaRPr>
          </a:p>
        </p:txBody>
      </p:sp>
      <p:sp>
        <p:nvSpPr>
          <p:cNvPr id="343" name="Google Shape;343;p34"/>
          <p:cNvSpPr txBox="1"/>
          <p:nvPr/>
        </p:nvSpPr>
        <p:spPr>
          <a:xfrm>
            <a:off x="2971706" y="245231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Friday</a:t>
            </a:r>
            <a:endParaRPr b="1" sz="800">
              <a:solidFill>
                <a:schemeClr val="dk2"/>
              </a:solidFill>
              <a:latin typeface="Ubuntu"/>
              <a:ea typeface="Ubuntu"/>
              <a:cs typeface="Ubuntu"/>
              <a:sym typeface="Ubuntu"/>
            </a:endParaRPr>
          </a:p>
        </p:txBody>
      </p:sp>
      <p:sp>
        <p:nvSpPr>
          <p:cNvPr id="344" name="Google Shape;344;p34"/>
          <p:cNvSpPr txBox="1"/>
          <p:nvPr/>
        </p:nvSpPr>
        <p:spPr>
          <a:xfrm>
            <a:off x="3639531" y="245231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Saturday</a:t>
            </a:r>
            <a:endParaRPr b="1" sz="800">
              <a:solidFill>
                <a:schemeClr val="dk2"/>
              </a:solidFill>
              <a:latin typeface="Ubuntu"/>
              <a:ea typeface="Ubuntu"/>
              <a:cs typeface="Ubuntu"/>
              <a:sym typeface="Ubuntu"/>
            </a:endParaRPr>
          </a:p>
        </p:txBody>
      </p:sp>
      <p:sp>
        <p:nvSpPr>
          <p:cNvPr id="345" name="Google Shape;345;p34"/>
          <p:cNvSpPr txBox="1"/>
          <p:nvPr/>
        </p:nvSpPr>
        <p:spPr>
          <a:xfrm>
            <a:off x="4295056" y="245573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Sunday</a:t>
            </a:r>
            <a:endParaRPr b="1" sz="800">
              <a:solidFill>
                <a:schemeClr val="dk2"/>
              </a:solidFill>
              <a:latin typeface="Ubuntu"/>
              <a:ea typeface="Ubuntu"/>
              <a:cs typeface="Ubuntu"/>
              <a:sym typeface="Ubuntu"/>
            </a:endParaRPr>
          </a:p>
        </p:txBody>
      </p:sp>
      <p:sp>
        <p:nvSpPr>
          <p:cNvPr id="346" name="Google Shape;346;p34"/>
          <p:cNvSpPr txBox="1"/>
          <p:nvPr/>
        </p:nvSpPr>
        <p:spPr>
          <a:xfrm>
            <a:off x="1675406" y="332661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Wednesday</a:t>
            </a:r>
            <a:endParaRPr b="1" sz="800">
              <a:solidFill>
                <a:schemeClr val="dk2"/>
              </a:solidFill>
              <a:latin typeface="Ubuntu"/>
              <a:ea typeface="Ubuntu"/>
              <a:cs typeface="Ubuntu"/>
              <a:sym typeface="Ubuntu"/>
            </a:endParaRPr>
          </a:p>
        </p:txBody>
      </p:sp>
      <p:sp>
        <p:nvSpPr>
          <p:cNvPr id="347" name="Google Shape;347;p34"/>
          <p:cNvSpPr txBox="1"/>
          <p:nvPr/>
        </p:nvSpPr>
        <p:spPr>
          <a:xfrm>
            <a:off x="2323406" y="332318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Thursday</a:t>
            </a:r>
            <a:endParaRPr b="1" sz="800">
              <a:solidFill>
                <a:schemeClr val="dk2"/>
              </a:solidFill>
              <a:latin typeface="Ubuntu"/>
              <a:ea typeface="Ubuntu"/>
              <a:cs typeface="Ubuntu"/>
              <a:sym typeface="Ubuntu"/>
            </a:endParaRPr>
          </a:p>
        </p:txBody>
      </p:sp>
      <p:sp>
        <p:nvSpPr>
          <p:cNvPr id="348" name="Google Shape;348;p34"/>
          <p:cNvSpPr txBox="1"/>
          <p:nvPr/>
        </p:nvSpPr>
        <p:spPr>
          <a:xfrm>
            <a:off x="2971706" y="332318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Friday</a:t>
            </a:r>
            <a:endParaRPr b="1" sz="800">
              <a:solidFill>
                <a:schemeClr val="dk2"/>
              </a:solidFill>
              <a:latin typeface="Ubuntu"/>
              <a:ea typeface="Ubuntu"/>
              <a:cs typeface="Ubuntu"/>
              <a:sym typeface="Ubuntu"/>
            </a:endParaRPr>
          </a:p>
        </p:txBody>
      </p:sp>
      <p:sp>
        <p:nvSpPr>
          <p:cNvPr id="349" name="Google Shape;349;p34"/>
          <p:cNvSpPr txBox="1"/>
          <p:nvPr/>
        </p:nvSpPr>
        <p:spPr>
          <a:xfrm>
            <a:off x="3639531" y="332318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Saturday</a:t>
            </a:r>
            <a:endParaRPr b="1" sz="800">
              <a:solidFill>
                <a:schemeClr val="dk2"/>
              </a:solidFill>
              <a:latin typeface="Ubuntu"/>
              <a:ea typeface="Ubuntu"/>
              <a:cs typeface="Ubuntu"/>
              <a:sym typeface="Ubuntu"/>
            </a:endParaRPr>
          </a:p>
        </p:txBody>
      </p:sp>
      <p:sp>
        <p:nvSpPr>
          <p:cNvPr id="350" name="Google Shape;350;p34"/>
          <p:cNvSpPr txBox="1"/>
          <p:nvPr/>
        </p:nvSpPr>
        <p:spPr>
          <a:xfrm>
            <a:off x="4295056" y="332661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Sunday</a:t>
            </a:r>
            <a:endParaRPr b="1" sz="800">
              <a:solidFill>
                <a:schemeClr val="dk2"/>
              </a:solidFill>
              <a:latin typeface="Ubuntu"/>
              <a:ea typeface="Ubuntu"/>
              <a:cs typeface="Ubuntu"/>
              <a:sym typeface="Ubuntu"/>
            </a:endParaRPr>
          </a:p>
        </p:txBody>
      </p:sp>
      <p:sp>
        <p:nvSpPr>
          <p:cNvPr id="351" name="Google Shape;351;p34"/>
          <p:cNvSpPr txBox="1"/>
          <p:nvPr/>
        </p:nvSpPr>
        <p:spPr>
          <a:xfrm>
            <a:off x="1692606" y="420096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Wednesday</a:t>
            </a:r>
            <a:endParaRPr b="1" sz="800">
              <a:solidFill>
                <a:schemeClr val="dk2"/>
              </a:solidFill>
              <a:latin typeface="Ubuntu"/>
              <a:ea typeface="Ubuntu"/>
              <a:cs typeface="Ubuntu"/>
              <a:sym typeface="Ubuntu"/>
            </a:endParaRPr>
          </a:p>
        </p:txBody>
      </p:sp>
      <p:sp>
        <p:nvSpPr>
          <p:cNvPr id="352" name="Google Shape;352;p34"/>
          <p:cNvSpPr txBox="1"/>
          <p:nvPr/>
        </p:nvSpPr>
        <p:spPr>
          <a:xfrm>
            <a:off x="2340606" y="419753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Thursday</a:t>
            </a:r>
            <a:endParaRPr b="1" sz="800">
              <a:solidFill>
                <a:schemeClr val="dk2"/>
              </a:solidFill>
              <a:latin typeface="Ubuntu"/>
              <a:ea typeface="Ubuntu"/>
              <a:cs typeface="Ubuntu"/>
              <a:sym typeface="Ubuntu"/>
            </a:endParaRPr>
          </a:p>
        </p:txBody>
      </p:sp>
      <p:sp>
        <p:nvSpPr>
          <p:cNvPr id="353" name="Google Shape;353;p34"/>
          <p:cNvSpPr txBox="1"/>
          <p:nvPr/>
        </p:nvSpPr>
        <p:spPr>
          <a:xfrm>
            <a:off x="2988906" y="419753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Friday</a:t>
            </a:r>
            <a:endParaRPr b="1" sz="800">
              <a:solidFill>
                <a:schemeClr val="dk2"/>
              </a:solidFill>
              <a:latin typeface="Ubuntu"/>
              <a:ea typeface="Ubuntu"/>
              <a:cs typeface="Ubuntu"/>
              <a:sym typeface="Ubuntu"/>
            </a:endParaRPr>
          </a:p>
        </p:txBody>
      </p:sp>
      <p:sp>
        <p:nvSpPr>
          <p:cNvPr id="354" name="Google Shape;354;p34"/>
          <p:cNvSpPr txBox="1"/>
          <p:nvPr/>
        </p:nvSpPr>
        <p:spPr>
          <a:xfrm>
            <a:off x="3656731" y="419753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Saturday</a:t>
            </a:r>
            <a:endParaRPr b="1" sz="800">
              <a:solidFill>
                <a:schemeClr val="dk2"/>
              </a:solidFill>
              <a:latin typeface="Ubuntu"/>
              <a:ea typeface="Ubuntu"/>
              <a:cs typeface="Ubuntu"/>
              <a:sym typeface="Ubuntu"/>
            </a:endParaRPr>
          </a:p>
        </p:txBody>
      </p:sp>
      <p:sp>
        <p:nvSpPr>
          <p:cNvPr id="355" name="Google Shape;355;p34"/>
          <p:cNvSpPr txBox="1"/>
          <p:nvPr/>
        </p:nvSpPr>
        <p:spPr>
          <a:xfrm>
            <a:off x="4312256" y="420096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Sunday</a:t>
            </a:r>
            <a:endParaRPr b="1" sz="800">
              <a:solidFill>
                <a:schemeClr val="dk2"/>
              </a:solidFill>
              <a:latin typeface="Ubuntu"/>
              <a:ea typeface="Ubuntu"/>
              <a:cs typeface="Ubuntu"/>
              <a:sym typeface="Ubuntu"/>
            </a:endParaRPr>
          </a:p>
        </p:txBody>
      </p:sp>
      <p:sp>
        <p:nvSpPr>
          <p:cNvPr id="356" name="Google Shape;356;p34"/>
          <p:cNvSpPr txBox="1"/>
          <p:nvPr/>
        </p:nvSpPr>
        <p:spPr>
          <a:xfrm>
            <a:off x="5000125" y="776800"/>
            <a:ext cx="4023900" cy="805200"/>
          </a:xfrm>
          <a:prstGeom prst="rect">
            <a:avLst/>
          </a:prstGeom>
          <a:noFill/>
          <a:ln>
            <a:noFill/>
          </a:ln>
        </p:spPr>
        <p:txBody>
          <a:bodyPr anchorCtr="0" anchor="ctr"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lang="en" sz="1300">
                <a:solidFill>
                  <a:schemeClr val="dk2"/>
                </a:solidFill>
              </a:rPr>
              <a:t>Meet CMVS team</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Arrange logistics and settle in</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Draft a plan and brainstorm on use case</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Literature review</a:t>
            </a:r>
            <a:endParaRPr sz="1300">
              <a:solidFill>
                <a:schemeClr val="dk2"/>
              </a:solidFill>
            </a:endParaRPr>
          </a:p>
        </p:txBody>
      </p:sp>
      <p:sp>
        <p:nvSpPr>
          <p:cNvPr id="357" name="Google Shape;357;p34"/>
          <p:cNvSpPr txBox="1"/>
          <p:nvPr/>
        </p:nvSpPr>
        <p:spPr>
          <a:xfrm>
            <a:off x="4974200" y="2526638"/>
            <a:ext cx="4023900" cy="805200"/>
          </a:xfrm>
          <a:prstGeom prst="rect">
            <a:avLst/>
          </a:prstGeom>
          <a:noFill/>
          <a:ln>
            <a:noFill/>
          </a:ln>
        </p:spPr>
        <p:txBody>
          <a:bodyPr anchorCtr="0" anchor="ctr"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lang="en" sz="1300">
                <a:solidFill>
                  <a:schemeClr val="dk2"/>
                </a:solidFill>
              </a:rPr>
              <a:t>Literature review</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Get access to tools + datasets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Align my tools (ORKA/ORVIS/PEL) with tools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Define concrete use-case</a:t>
            </a:r>
            <a:endParaRPr sz="1300">
              <a:solidFill>
                <a:schemeClr val="dk2"/>
              </a:solidFill>
            </a:endParaRPr>
          </a:p>
        </p:txBody>
      </p:sp>
      <p:sp>
        <p:nvSpPr>
          <p:cNvPr id="358" name="Google Shape;358;p34"/>
          <p:cNvSpPr txBox="1"/>
          <p:nvPr/>
        </p:nvSpPr>
        <p:spPr>
          <a:xfrm>
            <a:off x="4973450" y="1651713"/>
            <a:ext cx="4023900" cy="805200"/>
          </a:xfrm>
          <a:prstGeom prst="rect">
            <a:avLst/>
          </a:prstGeom>
          <a:noFill/>
          <a:ln>
            <a:noFill/>
          </a:ln>
        </p:spPr>
        <p:txBody>
          <a:bodyPr anchorCtr="0" anchor="ctr"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lang="en" sz="1300">
                <a:solidFill>
                  <a:schemeClr val="dk2"/>
                </a:solidFill>
              </a:rPr>
              <a:t>Literature review</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Get access to tools + datasets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Align my tools (ORKA/ORVIS/PEL) with tools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Define concrete use-case</a:t>
            </a:r>
            <a:endParaRPr sz="1300">
              <a:solidFill>
                <a:schemeClr val="dk2"/>
              </a:solidFill>
            </a:endParaRPr>
          </a:p>
        </p:txBody>
      </p:sp>
      <p:sp>
        <p:nvSpPr>
          <p:cNvPr id="359" name="Google Shape;359;p34"/>
          <p:cNvSpPr txBox="1"/>
          <p:nvPr/>
        </p:nvSpPr>
        <p:spPr>
          <a:xfrm>
            <a:off x="4984500" y="3394863"/>
            <a:ext cx="4023900" cy="805200"/>
          </a:xfrm>
          <a:prstGeom prst="rect">
            <a:avLst/>
          </a:prstGeom>
          <a:noFill/>
          <a:ln>
            <a:noFill/>
          </a:ln>
        </p:spPr>
        <p:txBody>
          <a:bodyPr anchorCtr="0" anchor="ctr"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lang="en" sz="1300">
                <a:solidFill>
                  <a:schemeClr val="dk2"/>
                </a:solidFill>
              </a:rPr>
              <a:t>Literature review</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Get access to tools + datasets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Align my tools (ORKA/ORVIS/PEL) with tools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Define concrete use-case</a:t>
            </a:r>
            <a:endParaRPr sz="1300">
              <a:solidFill>
                <a:schemeClr val="dk2"/>
              </a:solidFill>
            </a:endParaRPr>
          </a:p>
        </p:txBody>
      </p:sp>
      <p:sp>
        <p:nvSpPr>
          <p:cNvPr id="360" name="Google Shape;360;p34"/>
          <p:cNvSpPr txBox="1"/>
          <p:nvPr/>
        </p:nvSpPr>
        <p:spPr>
          <a:xfrm>
            <a:off x="4994850" y="4266438"/>
            <a:ext cx="4023900" cy="805200"/>
          </a:xfrm>
          <a:prstGeom prst="rect">
            <a:avLst/>
          </a:prstGeom>
          <a:noFill/>
          <a:ln>
            <a:noFill/>
          </a:ln>
        </p:spPr>
        <p:txBody>
          <a:bodyPr anchorCtr="0" anchor="ctr"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lang="en" sz="1300">
                <a:solidFill>
                  <a:schemeClr val="dk2"/>
                </a:solidFill>
              </a:rPr>
              <a:t>Literature review</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Get access to tools + datasets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Align my tools (ORKA/ORVIS/PEL) with tools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Define concrete use-case</a:t>
            </a:r>
            <a:endParaRPr sz="1300">
              <a:solidFill>
                <a:schemeClr val="dk2"/>
              </a:solidFill>
            </a:endParaRPr>
          </a:p>
        </p:txBody>
      </p:sp>
      <p:sp>
        <p:nvSpPr>
          <p:cNvPr id="361" name="Google Shape;361;p34"/>
          <p:cNvSpPr txBox="1"/>
          <p:nvPr/>
        </p:nvSpPr>
        <p:spPr>
          <a:xfrm>
            <a:off x="3044775" y="1978325"/>
            <a:ext cx="648300" cy="21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500">
                <a:solidFill>
                  <a:schemeClr val="dk2"/>
                </a:solidFill>
                <a:latin typeface="Ubuntu"/>
                <a:ea typeface="Ubuntu"/>
                <a:cs typeface="Ubuntu"/>
                <a:sym typeface="Ubuntu"/>
              </a:rPr>
              <a:t>OULU HI Presentation</a:t>
            </a:r>
            <a:endParaRPr b="1" sz="500">
              <a:solidFill>
                <a:schemeClr val="dk2"/>
              </a:solidFill>
              <a:latin typeface="Ubuntu"/>
              <a:ea typeface="Ubuntu"/>
              <a:cs typeface="Ubuntu"/>
              <a:sym typeface="Ubuntu"/>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5"/>
          <p:cNvSpPr/>
          <p:nvPr/>
        </p:nvSpPr>
        <p:spPr>
          <a:xfrm>
            <a:off x="163889" y="4269825"/>
            <a:ext cx="88602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7" name="Google Shape;367;p35"/>
          <p:cNvSpPr/>
          <p:nvPr/>
        </p:nvSpPr>
        <p:spPr>
          <a:xfrm>
            <a:off x="163889" y="3396550"/>
            <a:ext cx="88602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8" name="Google Shape;368;p35"/>
          <p:cNvSpPr/>
          <p:nvPr/>
        </p:nvSpPr>
        <p:spPr>
          <a:xfrm>
            <a:off x="141889" y="2523300"/>
            <a:ext cx="88602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9" name="Google Shape;369;p35"/>
          <p:cNvSpPr/>
          <p:nvPr/>
        </p:nvSpPr>
        <p:spPr>
          <a:xfrm>
            <a:off x="163889" y="1651913"/>
            <a:ext cx="88602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0" name="Google Shape;370;p35"/>
          <p:cNvSpPr/>
          <p:nvPr/>
        </p:nvSpPr>
        <p:spPr>
          <a:xfrm>
            <a:off x="163889" y="769275"/>
            <a:ext cx="88602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1" name="Google Shape;371;p35"/>
          <p:cNvSpPr/>
          <p:nvPr/>
        </p:nvSpPr>
        <p:spPr>
          <a:xfrm>
            <a:off x="169825" y="776800"/>
            <a:ext cx="4830300" cy="805200"/>
          </a:xfrm>
          <a:prstGeom prst="roundRect">
            <a:avLst>
              <a:gd fmla="val 15412" name="adj"/>
            </a:avLst>
          </a:prstGeom>
          <a:solidFill>
            <a:srgbClr val="EEEEEE"/>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2" name="Google Shape;372;p35"/>
          <p:cNvSpPr/>
          <p:nvPr/>
        </p:nvSpPr>
        <p:spPr>
          <a:xfrm>
            <a:off x="0" y="0"/>
            <a:ext cx="9144000" cy="6921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3" name="Google Shape;373;p35"/>
          <p:cNvSpPr txBox="1"/>
          <p:nvPr>
            <p:ph idx="1" type="subTitle"/>
          </p:nvPr>
        </p:nvSpPr>
        <p:spPr>
          <a:xfrm>
            <a:off x="108250"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October</a:t>
            </a:r>
            <a:endParaRPr b="1">
              <a:solidFill>
                <a:schemeClr val="lt1"/>
              </a:solidFill>
              <a:latin typeface="Ubuntu"/>
              <a:ea typeface="Ubuntu"/>
              <a:cs typeface="Ubuntu"/>
              <a:sym typeface="Ubuntu"/>
            </a:endParaRPr>
          </a:p>
        </p:txBody>
      </p:sp>
      <p:sp>
        <p:nvSpPr>
          <p:cNvPr id="374" name="Google Shape;374;p35"/>
          <p:cNvSpPr/>
          <p:nvPr/>
        </p:nvSpPr>
        <p:spPr>
          <a:xfrm>
            <a:off x="461900" y="776800"/>
            <a:ext cx="648300" cy="805200"/>
          </a:xfrm>
          <a:prstGeom prst="roundRect">
            <a:avLst>
              <a:gd fmla="val 16667"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5" name="Google Shape;375;p35"/>
          <p:cNvSpPr/>
          <p:nvPr/>
        </p:nvSpPr>
        <p:spPr>
          <a:xfrm>
            <a:off x="4619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6" name="Google Shape;376;p35"/>
          <p:cNvSpPr/>
          <p:nvPr/>
        </p:nvSpPr>
        <p:spPr>
          <a:xfrm>
            <a:off x="1110200" y="776800"/>
            <a:ext cx="648300" cy="805200"/>
          </a:xfrm>
          <a:prstGeom prst="roundRect">
            <a:avLst>
              <a:gd fmla="val 16667"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7" name="Google Shape;377;p35"/>
          <p:cNvSpPr/>
          <p:nvPr/>
        </p:nvSpPr>
        <p:spPr>
          <a:xfrm>
            <a:off x="11102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8" name="Google Shape;378;p35"/>
          <p:cNvSpPr/>
          <p:nvPr/>
        </p:nvSpPr>
        <p:spPr>
          <a:xfrm>
            <a:off x="1758500" y="776800"/>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9" name="Google Shape;379;p35"/>
          <p:cNvSpPr/>
          <p:nvPr/>
        </p:nvSpPr>
        <p:spPr>
          <a:xfrm>
            <a:off x="17585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35"/>
          <p:cNvSpPr/>
          <p:nvPr/>
        </p:nvSpPr>
        <p:spPr>
          <a:xfrm>
            <a:off x="2406800" y="776800"/>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1" name="Google Shape;381;p35"/>
          <p:cNvSpPr/>
          <p:nvPr/>
        </p:nvSpPr>
        <p:spPr>
          <a:xfrm>
            <a:off x="24068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2" name="Google Shape;382;p35"/>
          <p:cNvSpPr/>
          <p:nvPr/>
        </p:nvSpPr>
        <p:spPr>
          <a:xfrm>
            <a:off x="3055100" y="776800"/>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3" name="Google Shape;383;p35"/>
          <p:cNvSpPr/>
          <p:nvPr/>
        </p:nvSpPr>
        <p:spPr>
          <a:xfrm>
            <a:off x="30551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4" name="Google Shape;384;p35"/>
          <p:cNvSpPr/>
          <p:nvPr/>
        </p:nvSpPr>
        <p:spPr>
          <a:xfrm>
            <a:off x="3703400" y="776800"/>
            <a:ext cx="648300" cy="8052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5" name="Google Shape;385;p35"/>
          <p:cNvSpPr/>
          <p:nvPr/>
        </p:nvSpPr>
        <p:spPr>
          <a:xfrm>
            <a:off x="37034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6" name="Google Shape;386;p35"/>
          <p:cNvSpPr/>
          <p:nvPr/>
        </p:nvSpPr>
        <p:spPr>
          <a:xfrm>
            <a:off x="4351700" y="776800"/>
            <a:ext cx="648300" cy="8052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7" name="Google Shape;387;p35"/>
          <p:cNvSpPr/>
          <p:nvPr/>
        </p:nvSpPr>
        <p:spPr>
          <a:xfrm>
            <a:off x="43517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35"/>
          <p:cNvSpPr txBox="1"/>
          <p:nvPr/>
        </p:nvSpPr>
        <p:spPr>
          <a:xfrm rot="-5400000">
            <a:off x="-77425" y="976375"/>
            <a:ext cx="81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Ubuntu"/>
                <a:ea typeface="Ubuntu"/>
                <a:cs typeface="Ubuntu"/>
                <a:sym typeface="Ubuntu"/>
              </a:rPr>
              <a:t>Week 5</a:t>
            </a:r>
            <a:endParaRPr b="1">
              <a:solidFill>
                <a:schemeClr val="dk2"/>
              </a:solidFill>
              <a:latin typeface="Ubuntu"/>
              <a:ea typeface="Ubuntu"/>
              <a:cs typeface="Ubuntu"/>
              <a:sym typeface="Ubuntu"/>
            </a:endParaRPr>
          </a:p>
        </p:txBody>
      </p:sp>
      <p:sp>
        <p:nvSpPr>
          <p:cNvPr id="389" name="Google Shape;389;p35"/>
          <p:cNvSpPr/>
          <p:nvPr/>
        </p:nvSpPr>
        <p:spPr>
          <a:xfrm>
            <a:off x="159500" y="1651638"/>
            <a:ext cx="48303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0" name="Google Shape;390;p35"/>
          <p:cNvSpPr/>
          <p:nvPr/>
        </p:nvSpPr>
        <p:spPr>
          <a:xfrm>
            <a:off x="451575" y="16516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1" name="Google Shape;391;p35"/>
          <p:cNvSpPr/>
          <p:nvPr/>
        </p:nvSpPr>
        <p:spPr>
          <a:xfrm>
            <a:off x="4515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2" name="Google Shape;392;p35"/>
          <p:cNvSpPr/>
          <p:nvPr/>
        </p:nvSpPr>
        <p:spPr>
          <a:xfrm>
            <a:off x="1099875" y="16516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3" name="Google Shape;393;p35"/>
          <p:cNvSpPr/>
          <p:nvPr/>
        </p:nvSpPr>
        <p:spPr>
          <a:xfrm>
            <a:off x="10998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4" name="Google Shape;394;p35"/>
          <p:cNvSpPr/>
          <p:nvPr/>
        </p:nvSpPr>
        <p:spPr>
          <a:xfrm>
            <a:off x="1748175" y="16516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5" name="Google Shape;395;p35"/>
          <p:cNvSpPr/>
          <p:nvPr/>
        </p:nvSpPr>
        <p:spPr>
          <a:xfrm>
            <a:off x="17481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6" name="Google Shape;396;p35"/>
          <p:cNvSpPr/>
          <p:nvPr/>
        </p:nvSpPr>
        <p:spPr>
          <a:xfrm>
            <a:off x="2396475" y="16516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7" name="Google Shape;397;p35"/>
          <p:cNvSpPr/>
          <p:nvPr/>
        </p:nvSpPr>
        <p:spPr>
          <a:xfrm>
            <a:off x="23964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8" name="Google Shape;398;p35"/>
          <p:cNvSpPr/>
          <p:nvPr/>
        </p:nvSpPr>
        <p:spPr>
          <a:xfrm>
            <a:off x="3044775" y="1651638"/>
            <a:ext cx="648300" cy="805200"/>
          </a:xfrm>
          <a:prstGeom prst="roundRect">
            <a:avLst>
              <a:gd fmla="val 16667" name="adj"/>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9" name="Google Shape;399;p35"/>
          <p:cNvSpPr/>
          <p:nvPr/>
        </p:nvSpPr>
        <p:spPr>
          <a:xfrm>
            <a:off x="30447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0" name="Google Shape;400;p35"/>
          <p:cNvSpPr/>
          <p:nvPr/>
        </p:nvSpPr>
        <p:spPr>
          <a:xfrm>
            <a:off x="3693075" y="1651638"/>
            <a:ext cx="648300" cy="8052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1" name="Google Shape;401;p35"/>
          <p:cNvSpPr/>
          <p:nvPr/>
        </p:nvSpPr>
        <p:spPr>
          <a:xfrm>
            <a:off x="36930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2" name="Google Shape;402;p35"/>
          <p:cNvSpPr/>
          <p:nvPr/>
        </p:nvSpPr>
        <p:spPr>
          <a:xfrm>
            <a:off x="4341375" y="1651638"/>
            <a:ext cx="648300" cy="8052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3" name="Google Shape;403;p35"/>
          <p:cNvSpPr/>
          <p:nvPr/>
        </p:nvSpPr>
        <p:spPr>
          <a:xfrm>
            <a:off x="43413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4" name="Google Shape;404;p35"/>
          <p:cNvSpPr txBox="1"/>
          <p:nvPr/>
        </p:nvSpPr>
        <p:spPr>
          <a:xfrm rot="-5400000">
            <a:off x="-87750" y="1851213"/>
            <a:ext cx="81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Ubuntu"/>
                <a:ea typeface="Ubuntu"/>
                <a:cs typeface="Ubuntu"/>
                <a:sym typeface="Ubuntu"/>
              </a:rPr>
              <a:t>Week 6</a:t>
            </a:r>
            <a:endParaRPr b="1">
              <a:solidFill>
                <a:schemeClr val="dk2"/>
              </a:solidFill>
              <a:latin typeface="Ubuntu"/>
              <a:ea typeface="Ubuntu"/>
              <a:cs typeface="Ubuntu"/>
              <a:sym typeface="Ubuntu"/>
            </a:endParaRPr>
          </a:p>
        </p:txBody>
      </p:sp>
      <p:sp>
        <p:nvSpPr>
          <p:cNvPr id="405" name="Google Shape;405;p35"/>
          <p:cNvSpPr/>
          <p:nvPr/>
        </p:nvSpPr>
        <p:spPr>
          <a:xfrm>
            <a:off x="144013" y="2526488"/>
            <a:ext cx="48303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6" name="Google Shape;406;p35"/>
          <p:cNvSpPr/>
          <p:nvPr/>
        </p:nvSpPr>
        <p:spPr>
          <a:xfrm>
            <a:off x="436088" y="252648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7" name="Google Shape;407;p35"/>
          <p:cNvSpPr/>
          <p:nvPr/>
        </p:nvSpPr>
        <p:spPr>
          <a:xfrm>
            <a:off x="4360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8" name="Google Shape;408;p35"/>
          <p:cNvSpPr/>
          <p:nvPr/>
        </p:nvSpPr>
        <p:spPr>
          <a:xfrm>
            <a:off x="1084388" y="252648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9" name="Google Shape;409;p35"/>
          <p:cNvSpPr/>
          <p:nvPr/>
        </p:nvSpPr>
        <p:spPr>
          <a:xfrm>
            <a:off x="10843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0" name="Google Shape;410;p35"/>
          <p:cNvSpPr/>
          <p:nvPr/>
        </p:nvSpPr>
        <p:spPr>
          <a:xfrm>
            <a:off x="1732688" y="252648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1" name="Google Shape;411;p35"/>
          <p:cNvSpPr/>
          <p:nvPr/>
        </p:nvSpPr>
        <p:spPr>
          <a:xfrm>
            <a:off x="17326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2" name="Google Shape;412;p35"/>
          <p:cNvSpPr/>
          <p:nvPr/>
        </p:nvSpPr>
        <p:spPr>
          <a:xfrm>
            <a:off x="2380988" y="252648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3" name="Google Shape;413;p35"/>
          <p:cNvSpPr/>
          <p:nvPr/>
        </p:nvSpPr>
        <p:spPr>
          <a:xfrm>
            <a:off x="23809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4" name="Google Shape;414;p35"/>
          <p:cNvSpPr/>
          <p:nvPr/>
        </p:nvSpPr>
        <p:spPr>
          <a:xfrm>
            <a:off x="3029288" y="252648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5" name="Google Shape;415;p35"/>
          <p:cNvSpPr/>
          <p:nvPr/>
        </p:nvSpPr>
        <p:spPr>
          <a:xfrm>
            <a:off x="30292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6" name="Google Shape;416;p35"/>
          <p:cNvSpPr/>
          <p:nvPr/>
        </p:nvSpPr>
        <p:spPr>
          <a:xfrm>
            <a:off x="3677588" y="2526488"/>
            <a:ext cx="648300" cy="8052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7" name="Google Shape;417;p35"/>
          <p:cNvSpPr/>
          <p:nvPr/>
        </p:nvSpPr>
        <p:spPr>
          <a:xfrm>
            <a:off x="36775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8" name="Google Shape;418;p35"/>
          <p:cNvSpPr/>
          <p:nvPr/>
        </p:nvSpPr>
        <p:spPr>
          <a:xfrm>
            <a:off x="4325888" y="2526488"/>
            <a:ext cx="648300" cy="8052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9" name="Google Shape;419;p35"/>
          <p:cNvSpPr/>
          <p:nvPr/>
        </p:nvSpPr>
        <p:spPr>
          <a:xfrm>
            <a:off x="43258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0" name="Google Shape;420;p35"/>
          <p:cNvSpPr txBox="1"/>
          <p:nvPr/>
        </p:nvSpPr>
        <p:spPr>
          <a:xfrm rot="-5400000">
            <a:off x="-103237" y="2726063"/>
            <a:ext cx="81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Ubuntu"/>
                <a:ea typeface="Ubuntu"/>
                <a:cs typeface="Ubuntu"/>
                <a:sym typeface="Ubuntu"/>
              </a:rPr>
              <a:t>Week 7</a:t>
            </a:r>
            <a:endParaRPr b="1">
              <a:solidFill>
                <a:schemeClr val="dk2"/>
              </a:solidFill>
              <a:latin typeface="Ubuntu"/>
              <a:ea typeface="Ubuntu"/>
              <a:cs typeface="Ubuntu"/>
              <a:sym typeface="Ubuntu"/>
            </a:endParaRPr>
          </a:p>
        </p:txBody>
      </p:sp>
      <p:sp>
        <p:nvSpPr>
          <p:cNvPr id="421" name="Google Shape;421;p35"/>
          <p:cNvSpPr/>
          <p:nvPr/>
        </p:nvSpPr>
        <p:spPr>
          <a:xfrm>
            <a:off x="154325" y="3401338"/>
            <a:ext cx="48303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2" name="Google Shape;422;p35"/>
          <p:cNvSpPr/>
          <p:nvPr/>
        </p:nvSpPr>
        <p:spPr>
          <a:xfrm>
            <a:off x="446400" y="34013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3" name="Google Shape;423;p35"/>
          <p:cNvSpPr/>
          <p:nvPr/>
        </p:nvSpPr>
        <p:spPr>
          <a:xfrm>
            <a:off x="4464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4" name="Google Shape;424;p35"/>
          <p:cNvSpPr/>
          <p:nvPr/>
        </p:nvSpPr>
        <p:spPr>
          <a:xfrm>
            <a:off x="1094700" y="34013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5" name="Google Shape;425;p35"/>
          <p:cNvSpPr/>
          <p:nvPr/>
        </p:nvSpPr>
        <p:spPr>
          <a:xfrm>
            <a:off x="10947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6" name="Google Shape;426;p35"/>
          <p:cNvSpPr/>
          <p:nvPr/>
        </p:nvSpPr>
        <p:spPr>
          <a:xfrm>
            <a:off x="1743000" y="34013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7" name="Google Shape;427;p35"/>
          <p:cNvSpPr/>
          <p:nvPr/>
        </p:nvSpPr>
        <p:spPr>
          <a:xfrm>
            <a:off x="17430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8" name="Google Shape;428;p35"/>
          <p:cNvSpPr/>
          <p:nvPr/>
        </p:nvSpPr>
        <p:spPr>
          <a:xfrm>
            <a:off x="2391300" y="34013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9" name="Google Shape;429;p35"/>
          <p:cNvSpPr/>
          <p:nvPr/>
        </p:nvSpPr>
        <p:spPr>
          <a:xfrm>
            <a:off x="23913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0" name="Google Shape;430;p35"/>
          <p:cNvSpPr/>
          <p:nvPr/>
        </p:nvSpPr>
        <p:spPr>
          <a:xfrm>
            <a:off x="3039600" y="34013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1" name="Google Shape;431;p35"/>
          <p:cNvSpPr/>
          <p:nvPr/>
        </p:nvSpPr>
        <p:spPr>
          <a:xfrm>
            <a:off x="30396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2" name="Google Shape;432;p35"/>
          <p:cNvSpPr/>
          <p:nvPr/>
        </p:nvSpPr>
        <p:spPr>
          <a:xfrm>
            <a:off x="3687900" y="3401338"/>
            <a:ext cx="648300" cy="8052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3" name="Google Shape;433;p35"/>
          <p:cNvSpPr/>
          <p:nvPr/>
        </p:nvSpPr>
        <p:spPr>
          <a:xfrm>
            <a:off x="36879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35"/>
          <p:cNvSpPr/>
          <p:nvPr/>
        </p:nvSpPr>
        <p:spPr>
          <a:xfrm>
            <a:off x="4336200" y="3401338"/>
            <a:ext cx="648300" cy="8052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 name="Google Shape;435;p35"/>
          <p:cNvSpPr/>
          <p:nvPr/>
        </p:nvSpPr>
        <p:spPr>
          <a:xfrm>
            <a:off x="43362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6" name="Google Shape;436;p35"/>
          <p:cNvSpPr txBox="1"/>
          <p:nvPr/>
        </p:nvSpPr>
        <p:spPr>
          <a:xfrm rot="-5400000">
            <a:off x="-92925" y="3600913"/>
            <a:ext cx="81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Ubuntu"/>
                <a:ea typeface="Ubuntu"/>
                <a:cs typeface="Ubuntu"/>
                <a:sym typeface="Ubuntu"/>
              </a:rPr>
              <a:t>Week 8</a:t>
            </a:r>
            <a:endParaRPr b="1">
              <a:solidFill>
                <a:schemeClr val="dk2"/>
              </a:solidFill>
              <a:latin typeface="Ubuntu"/>
              <a:ea typeface="Ubuntu"/>
              <a:cs typeface="Ubuntu"/>
              <a:sym typeface="Ubuntu"/>
            </a:endParaRPr>
          </a:p>
        </p:txBody>
      </p:sp>
      <p:sp>
        <p:nvSpPr>
          <p:cNvPr id="437" name="Google Shape;437;p35"/>
          <p:cNvSpPr/>
          <p:nvPr/>
        </p:nvSpPr>
        <p:spPr>
          <a:xfrm>
            <a:off x="164675" y="4276200"/>
            <a:ext cx="48303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8" name="Google Shape;438;p35"/>
          <p:cNvSpPr/>
          <p:nvPr/>
        </p:nvSpPr>
        <p:spPr>
          <a:xfrm>
            <a:off x="456750" y="4276200"/>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35"/>
          <p:cNvSpPr/>
          <p:nvPr/>
        </p:nvSpPr>
        <p:spPr>
          <a:xfrm>
            <a:off x="456750" y="42762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0" name="Google Shape;440;p35"/>
          <p:cNvSpPr/>
          <p:nvPr/>
        </p:nvSpPr>
        <p:spPr>
          <a:xfrm>
            <a:off x="1105050" y="4276200"/>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1" name="Google Shape;441;p35"/>
          <p:cNvSpPr/>
          <p:nvPr/>
        </p:nvSpPr>
        <p:spPr>
          <a:xfrm>
            <a:off x="1105050" y="42762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2" name="Google Shape;442;p35"/>
          <p:cNvSpPr/>
          <p:nvPr/>
        </p:nvSpPr>
        <p:spPr>
          <a:xfrm>
            <a:off x="1753350" y="4276200"/>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3" name="Google Shape;443;p35"/>
          <p:cNvSpPr/>
          <p:nvPr/>
        </p:nvSpPr>
        <p:spPr>
          <a:xfrm>
            <a:off x="1753350" y="42762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4" name="Google Shape;444;p35"/>
          <p:cNvSpPr/>
          <p:nvPr/>
        </p:nvSpPr>
        <p:spPr>
          <a:xfrm>
            <a:off x="2401650" y="4276200"/>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35"/>
          <p:cNvSpPr/>
          <p:nvPr/>
        </p:nvSpPr>
        <p:spPr>
          <a:xfrm>
            <a:off x="2401650" y="42762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35"/>
          <p:cNvSpPr/>
          <p:nvPr/>
        </p:nvSpPr>
        <p:spPr>
          <a:xfrm>
            <a:off x="3049950" y="4276200"/>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35"/>
          <p:cNvSpPr/>
          <p:nvPr/>
        </p:nvSpPr>
        <p:spPr>
          <a:xfrm>
            <a:off x="3049950" y="42762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8" name="Google Shape;448;p35"/>
          <p:cNvSpPr/>
          <p:nvPr/>
        </p:nvSpPr>
        <p:spPr>
          <a:xfrm>
            <a:off x="3698250" y="4276200"/>
            <a:ext cx="648300" cy="805200"/>
          </a:xfrm>
          <a:prstGeom prst="roundRect">
            <a:avLst>
              <a:gd fmla="val 16667"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9" name="Google Shape;449;p35"/>
          <p:cNvSpPr/>
          <p:nvPr/>
        </p:nvSpPr>
        <p:spPr>
          <a:xfrm>
            <a:off x="3698250" y="42762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0" name="Google Shape;450;p35"/>
          <p:cNvSpPr/>
          <p:nvPr/>
        </p:nvSpPr>
        <p:spPr>
          <a:xfrm>
            <a:off x="4346550" y="4276200"/>
            <a:ext cx="648300" cy="805200"/>
          </a:xfrm>
          <a:prstGeom prst="roundRect">
            <a:avLst>
              <a:gd fmla="val 16667"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1" name="Google Shape;451;p35"/>
          <p:cNvSpPr/>
          <p:nvPr/>
        </p:nvSpPr>
        <p:spPr>
          <a:xfrm>
            <a:off x="4346550" y="42762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2" name="Google Shape;452;p35"/>
          <p:cNvSpPr txBox="1"/>
          <p:nvPr/>
        </p:nvSpPr>
        <p:spPr>
          <a:xfrm rot="-5400000">
            <a:off x="-82575" y="4475775"/>
            <a:ext cx="81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Ubuntu"/>
                <a:ea typeface="Ubuntu"/>
                <a:cs typeface="Ubuntu"/>
                <a:sym typeface="Ubuntu"/>
              </a:rPr>
              <a:t>Week 9</a:t>
            </a:r>
            <a:endParaRPr b="1">
              <a:solidFill>
                <a:schemeClr val="dk2"/>
              </a:solidFill>
              <a:latin typeface="Ubuntu"/>
              <a:ea typeface="Ubuntu"/>
              <a:cs typeface="Ubuntu"/>
              <a:sym typeface="Ubuntu"/>
            </a:endParaRPr>
          </a:p>
        </p:txBody>
      </p:sp>
      <p:sp>
        <p:nvSpPr>
          <p:cNvPr id="453" name="Google Shape;453;p35"/>
          <p:cNvSpPr txBox="1"/>
          <p:nvPr/>
        </p:nvSpPr>
        <p:spPr>
          <a:xfrm>
            <a:off x="418800" y="703150"/>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Monday</a:t>
            </a:r>
            <a:endParaRPr b="1" sz="800">
              <a:solidFill>
                <a:schemeClr val="dk2"/>
              </a:solidFill>
              <a:latin typeface="Ubuntu"/>
              <a:ea typeface="Ubuntu"/>
              <a:cs typeface="Ubuntu"/>
              <a:sym typeface="Ubuntu"/>
            </a:endParaRPr>
          </a:p>
        </p:txBody>
      </p:sp>
      <p:sp>
        <p:nvSpPr>
          <p:cNvPr id="454" name="Google Shape;454;p35"/>
          <p:cNvSpPr txBox="1"/>
          <p:nvPr/>
        </p:nvSpPr>
        <p:spPr>
          <a:xfrm>
            <a:off x="418800" y="1578000"/>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Monday</a:t>
            </a:r>
            <a:endParaRPr b="1" sz="800">
              <a:solidFill>
                <a:schemeClr val="dk2"/>
              </a:solidFill>
              <a:latin typeface="Ubuntu"/>
              <a:ea typeface="Ubuntu"/>
              <a:cs typeface="Ubuntu"/>
              <a:sym typeface="Ubuntu"/>
            </a:endParaRPr>
          </a:p>
        </p:txBody>
      </p:sp>
      <p:sp>
        <p:nvSpPr>
          <p:cNvPr id="455" name="Google Shape;455;p35"/>
          <p:cNvSpPr txBox="1"/>
          <p:nvPr/>
        </p:nvSpPr>
        <p:spPr>
          <a:xfrm>
            <a:off x="422300" y="2449663"/>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Monday</a:t>
            </a:r>
            <a:endParaRPr b="1" sz="800">
              <a:solidFill>
                <a:schemeClr val="dk2"/>
              </a:solidFill>
              <a:latin typeface="Ubuntu"/>
              <a:ea typeface="Ubuntu"/>
              <a:cs typeface="Ubuntu"/>
              <a:sym typeface="Ubuntu"/>
            </a:endParaRPr>
          </a:p>
        </p:txBody>
      </p:sp>
      <p:sp>
        <p:nvSpPr>
          <p:cNvPr id="456" name="Google Shape;456;p35"/>
          <p:cNvSpPr txBox="1"/>
          <p:nvPr/>
        </p:nvSpPr>
        <p:spPr>
          <a:xfrm>
            <a:off x="398150" y="3324500"/>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Monday</a:t>
            </a:r>
            <a:endParaRPr b="1" sz="800">
              <a:solidFill>
                <a:schemeClr val="dk2"/>
              </a:solidFill>
              <a:latin typeface="Ubuntu"/>
              <a:ea typeface="Ubuntu"/>
              <a:cs typeface="Ubuntu"/>
              <a:sym typeface="Ubuntu"/>
            </a:endParaRPr>
          </a:p>
        </p:txBody>
      </p:sp>
      <p:sp>
        <p:nvSpPr>
          <p:cNvPr id="457" name="Google Shape;457;p35"/>
          <p:cNvSpPr txBox="1"/>
          <p:nvPr/>
        </p:nvSpPr>
        <p:spPr>
          <a:xfrm>
            <a:off x="418800" y="4199325"/>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Monday</a:t>
            </a:r>
            <a:endParaRPr b="1" sz="800">
              <a:solidFill>
                <a:schemeClr val="dk2"/>
              </a:solidFill>
              <a:latin typeface="Ubuntu"/>
              <a:ea typeface="Ubuntu"/>
              <a:cs typeface="Ubuntu"/>
              <a:sym typeface="Ubuntu"/>
            </a:endParaRPr>
          </a:p>
        </p:txBody>
      </p:sp>
      <p:sp>
        <p:nvSpPr>
          <p:cNvPr id="458" name="Google Shape;458;p35"/>
          <p:cNvSpPr txBox="1"/>
          <p:nvPr/>
        </p:nvSpPr>
        <p:spPr>
          <a:xfrm>
            <a:off x="1074320" y="705268"/>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Tuesday</a:t>
            </a:r>
            <a:endParaRPr b="1" sz="800">
              <a:solidFill>
                <a:schemeClr val="dk2"/>
              </a:solidFill>
              <a:latin typeface="Ubuntu"/>
              <a:ea typeface="Ubuntu"/>
              <a:cs typeface="Ubuntu"/>
              <a:sym typeface="Ubuntu"/>
            </a:endParaRPr>
          </a:p>
        </p:txBody>
      </p:sp>
      <p:sp>
        <p:nvSpPr>
          <p:cNvPr id="459" name="Google Shape;459;p35"/>
          <p:cNvSpPr txBox="1"/>
          <p:nvPr/>
        </p:nvSpPr>
        <p:spPr>
          <a:xfrm>
            <a:off x="1074320" y="1580118"/>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Tuesday</a:t>
            </a:r>
            <a:endParaRPr b="1" sz="800">
              <a:solidFill>
                <a:schemeClr val="dk2"/>
              </a:solidFill>
              <a:latin typeface="Ubuntu"/>
              <a:ea typeface="Ubuntu"/>
              <a:cs typeface="Ubuntu"/>
              <a:sym typeface="Ubuntu"/>
            </a:endParaRPr>
          </a:p>
        </p:txBody>
      </p:sp>
      <p:sp>
        <p:nvSpPr>
          <p:cNvPr id="460" name="Google Shape;460;p35"/>
          <p:cNvSpPr txBox="1"/>
          <p:nvPr/>
        </p:nvSpPr>
        <p:spPr>
          <a:xfrm>
            <a:off x="1053670" y="2451781"/>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Tuesday</a:t>
            </a:r>
            <a:endParaRPr b="1" sz="800">
              <a:solidFill>
                <a:schemeClr val="dk2"/>
              </a:solidFill>
              <a:latin typeface="Ubuntu"/>
              <a:ea typeface="Ubuntu"/>
              <a:cs typeface="Ubuntu"/>
              <a:sym typeface="Ubuntu"/>
            </a:endParaRPr>
          </a:p>
        </p:txBody>
      </p:sp>
      <p:sp>
        <p:nvSpPr>
          <p:cNvPr id="461" name="Google Shape;461;p35"/>
          <p:cNvSpPr txBox="1"/>
          <p:nvPr/>
        </p:nvSpPr>
        <p:spPr>
          <a:xfrm>
            <a:off x="1053670" y="3326618"/>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Tuesday</a:t>
            </a:r>
            <a:endParaRPr b="1" sz="800">
              <a:solidFill>
                <a:schemeClr val="dk2"/>
              </a:solidFill>
              <a:latin typeface="Ubuntu"/>
              <a:ea typeface="Ubuntu"/>
              <a:cs typeface="Ubuntu"/>
              <a:sym typeface="Ubuntu"/>
            </a:endParaRPr>
          </a:p>
        </p:txBody>
      </p:sp>
      <p:sp>
        <p:nvSpPr>
          <p:cNvPr id="462" name="Google Shape;462;p35"/>
          <p:cNvSpPr txBox="1"/>
          <p:nvPr/>
        </p:nvSpPr>
        <p:spPr>
          <a:xfrm>
            <a:off x="1074320" y="4201443"/>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Tuesday</a:t>
            </a:r>
            <a:endParaRPr b="1" sz="800">
              <a:solidFill>
                <a:schemeClr val="dk2"/>
              </a:solidFill>
              <a:latin typeface="Ubuntu"/>
              <a:ea typeface="Ubuntu"/>
              <a:cs typeface="Ubuntu"/>
              <a:sym typeface="Ubuntu"/>
            </a:endParaRPr>
          </a:p>
        </p:txBody>
      </p:sp>
      <p:sp>
        <p:nvSpPr>
          <p:cNvPr id="463" name="Google Shape;463;p35"/>
          <p:cNvSpPr txBox="1"/>
          <p:nvPr/>
        </p:nvSpPr>
        <p:spPr>
          <a:xfrm>
            <a:off x="1699260" y="70657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Wednesday</a:t>
            </a:r>
            <a:endParaRPr b="1" sz="800">
              <a:solidFill>
                <a:schemeClr val="dk2"/>
              </a:solidFill>
              <a:latin typeface="Ubuntu"/>
              <a:ea typeface="Ubuntu"/>
              <a:cs typeface="Ubuntu"/>
              <a:sym typeface="Ubuntu"/>
            </a:endParaRPr>
          </a:p>
        </p:txBody>
      </p:sp>
      <p:sp>
        <p:nvSpPr>
          <p:cNvPr id="464" name="Google Shape;464;p35"/>
          <p:cNvSpPr txBox="1"/>
          <p:nvPr/>
        </p:nvSpPr>
        <p:spPr>
          <a:xfrm>
            <a:off x="2347260" y="70315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Thursday</a:t>
            </a:r>
            <a:endParaRPr b="1" sz="800">
              <a:solidFill>
                <a:schemeClr val="dk2"/>
              </a:solidFill>
              <a:latin typeface="Ubuntu"/>
              <a:ea typeface="Ubuntu"/>
              <a:cs typeface="Ubuntu"/>
              <a:sym typeface="Ubuntu"/>
            </a:endParaRPr>
          </a:p>
        </p:txBody>
      </p:sp>
      <p:sp>
        <p:nvSpPr>
          <p:cNvPr id="465" name="Google Shape;465;p35"/>
          <p:cNvSpPr txBox="1"/>
          <p:nvPr/>
        </p:nvSpPr>
        <p:spPr>
          <a:xfrm>
            <a:off x="2995560" y="70315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Friday</a:t>
            </a:r>
            <a:endParaRPr b="1" sz="800">
              <a:solidFill>
                <a:schemeClr val="dk2"/>
              </a:solidFill>
              <a:latin typeface="Ubuntu"/>
              <a:ea typeface="Ubuntu"/>
              <a:cs typeface="Ubuntu"/>
              <a:sym typeface="Ubuntu"/>
            </a:endParaRPr>
          </a:p>
        </p:txBody>
      </p:sp>
      <p:sp>
        <p:nvSpPr>
          <p:cNvPr id="466" name="Google Shape;466;p35"/>
          <p:cNvSpPr txBox="1"/>
          <p:nvPr/>
        </p:nvSpPr>
        <p:spPr>
          <a:xfrm>
            <a:off x="3663385" y="70315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Saturday</a:t>
            </a:r>
            <a:endParaRPr b="1" sz="800">
              <a:solidFill>
                <a:schemeClr val="dk2"/>
              </a:solidFill>
              <a:latin typeface="Ubuntu"/>
              <a:ea typeface="Ubuntu"/>
              <a:cs typeface="Ubuntu"/>
              <a:sym typeface="Ubuntu"/>
            </a:endParaRPr>
          </a:p>
        </p:txBody>
      </p:sp>
      <p:sp>
        <p:nvSpPr>
          <p:cNvPr id="467" name="Google Shape;467;p35"/>
          <p:cNvSpPr txBox="1"/>
          <p:nvPr/>
        </p:nvSpPr>
        <p:spPr>
          <a:xfrm>
            <a:off x="4318910" y="70657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Sunday</a:t>
            </a:r>
            <a:endParaRPr b="1" sz="800">
              <a:solidFill>
                <a:schemeClr val="dk2"/>
              </a:solidFill>
              <a:latin typeface="Ubuntu"/>
              <a:ea typeface="Ubuntu"/>
              <a:cs typeface="Ubuntu"/>
              <a:sym typeface="Ubuntu"/>
            </a:endParaRPr>
          </a:p>
        </p:txBody>
      </p:sp>
      <p:sp>
        <p:nvSpPr>
          <p:cNvPr id="468" name="Google Shape;468;p35"/>
          <p:cNvSpPr txBox="1"/>
          <p:nvPr/>
        </p:nvSpPr>
        <p:spPr>
          <a:xfrm>
            <a:off x="1693206" y="1581422"/>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Wednesday</a:t>
            </a:r>
            <a:endParaRPr b="1" sz="800">
              <a:solidFill>
                <a:schemeClr val="dk2"/>
              </a:solidFill>
              <a:latin typeface="Ubuntu"/>
              <a:ea typeface="Ubuntu"/>
              <a:cs typeface="Ubuntu"/>
              <a:sym typeface="Ubuntu"/>
            </a:endParaRPr>
          </a:p>
        </p:txBody>
      </p:sp>
      <p:sp>
        <p:nvSpPr>
          <p:cNvPr id="469" name="Google Shape;469;p35"/>
          <p:cNvSpPr txBox="1"/>
          <p:nvPr/>
        </p:nvSpPr>
        <p:spPr>
          <a:xfrm>
            <a:off x="2341206" y="1577997"/>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Thursday</a:t>
            </a:r>
            <a:endParaRPr b="1" sz="800">
              <a:solidFill>
                <a:schemeClr val="dk2"/>
              </a:solidFill>
              <a:latin typeface="Ubuntu"/>
              <a:ea typeface="Ubuntu"/>
              <a:cs typeface="Ubuntu"/>
              <a:sym typeface="Ubuntu"/>
            </a:endParaRPr>
          </a:p>
        </p:txBody>
      </p:sp>
      <p:sp>
        <p:nvSpPr>
          <p:cNvPr id="470" name="Google Shape;470;p35"/>
          <p:cNvSpPr txBox="1"/>
          <p:nvPr/>
        </p:nvSpPr>
        <p:spPr>
          <a:xfrm>
            <a:off x="2989506" y="1577997"/>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Friday</a:t>
            </a:r>
            <a:endParaRPr b="1" sz="800">
              <a:solidFill>
                <a:schemeClr val="dk2"/>
              </a:solidFill>
              <a:latin typeface="Ubuntu"/>
              <a:ea typeface="Ubuntu"/>
              <a:cs typeface="Ubuntu"/>
              <a:sym typeface="Ubuntu"/>
            </a:endParaRPr>
          </a:p>
        </p:txBody>
      </p:sp>
      <p:sp>
        <p:nvSpPr>
          <p:cNvPr id="471" name="Google Shape;471;p35"/>
          <p:cNvSpPr txBox="1"/>
          <p:nvPr/>
        </p:nvSpPr>
        <p:spPr>
          <a:xfrm>
            <a:off x="3657331" y="1577997"/>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Saturday</a:t>
            </a:r>
            <a:endParaRPr b="1" sz="800">
              <a:solidFill>
                <a:schemeClr val="dk2"/>
              </a:solidFill>
              <a:latin typeface="Ubuntu"/>
              <a:ea typeface="Ubuntu"/>
              <a:cs typeface="Ubuntu"/>
              <a:sym typeface="Ubuntu"/>
            </a:endParaRPr>
          </a:p>
        </p:txBody>
      </p:sp>
      <p:sp>
        <p:nvSpPr>
          <p:cNvPr id="472" name="Google Shape;472;p35"/>
          <p:cNvSpPr txBox="1"/>
          <p:nvPr/>
        </p:nvSpPr>
        <p:spPr>
          <a:xfrm>
            <a:off x="4312856" y="1581422"/>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Sunday</a:t>
            </a:r>
            <a:endParaRPr b="1" sz="800">
              <a:solidFill>
                <a:schemeClr val="dk2"/>
              </a:solidFill>
              <a:latin typeface="Ubuntu"/>
              <a:ea typeface="Ubuntu"/>
              <a:cs typeface="Ubuntu"/>
              <a:sym typeface="Ubuntu"/>
            </a:endParaRPr>
          </a:p>
        </p:txBody>
      </p:sp>
      <p:sp>
        <p:nvSpPr>
          <p:cNvPr id="473" name="Google Shape;473;p35"/>
          <p:cNvSpPr txBox="1"/>
          <p:nvPr/>
        </p:nvSpPr>
        <p:spPr>
          <a:xfrm>
            <a:off x="1675406" y="245573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Wednesday</a:t>
            </a:r>
            <a:endParaRPr b="1" sz="800">
              <a:solidFill>
                <a:schemeClr val="dk2"/>
              </a:solidFill>
              <a:latin typeface="Ubuntu"/>
              <a:ea typeface="Ubuntu"/>
              <a:cs typeface="Ubuntu"/>
              <a:sym typeface="Ubuntu"/>
            </a:endParaRPr>
          </a:p>
        </p:txBody>
      </p:sp>
      <p:sp>
        <p:nvSpPr>
          <p:cNvPr id="474" name="Google Shape;474;p35"/>
          <p:cNvSpPr txBox="1"/>
          <p:nvPr/>
        </p:nvSpPr>
        <p:spPr>
          <a:xfrm>
            <a:off x="2323406" y="245231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Thursday</a:t>
            </a:r>
            <a:endParaRPr b="1" sz="800">
              <a:solidFill>
                <a:schemeClr val="dk2"/>
              </a:solidFill>
              <a:latin typeface="Ubuntu"/>
              <a:ea typeface="Ubuntu"/>
              <a:cs typeface="Ubuntu"/>
              <a:sym typeface="Ubuntu"/>
            </a:endParaRPr>
          </a:p>
        </p:txBody>
      </p:sp>
      <p:sp>
        <p:nvSpPr>
          <p:cNvPr id="475" name="Google Shape;475;p35"/>
          <p:cNvSpPr txBox="1"/>
          <p:nvPr/>
        </p:nvSpPr>
        <p:spPr>
          <a:xfrm>
            <a:off x="2971706" y="245231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Friday</a:t>
            </a:r>
            <a:endParaRPr b="1" sz="800">
              <a:solidFill>
                <a:schemeClr val="dk2"/>
              </a:solidFill>
              <a:latin typeface="Ubuntu"/>
              <a:ea typeface="Ubuntu"/>
              <a:cs typeface="Ubuntu"/>
              <a:sym typeface="Ubuntu"/>
            </a:endParaRPr>
          </a:p>
        </p:txBody>
      </p:sp>
      <p:sp>
        <p:nvSpPr>
          <p:cNvPr id="476" name="Google Shape;476;p35"/>
          <p:cNvSpPr txBox="1"/>
          <p:nvPr/>
        </p:nvSpPr>
        <p:spPr>
          <a:xfrm>
            <a:off x="3639531" y="245231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Saturday</a:t>
            </a:r>
            <a:endParaRPr b="1" sz="800">
              <a:solidFill>
                <a:schemeClr val="dk2"/>
              </a:solidFill>
              <a:latin typeface="Ubuntu"/>
              <a:ea typeface="Ubuntu"/>
              <a:cs typeface="Ubuntu"/>
              <a:sym typeface="Ubuntu"/>
            </a:endParaRPr>
          </a:p>
        </p:txBody>
      </p:sp>
      <p:sp>
        <p:nvSpPr>
          <p:cNvPr id="477" name="Google Shape;477;p35"/>
          <p:cNvSpPr txBox="1"/>
          <p:nvPr/>
        </p:nvSpPr>
        <p:spPr>
          <a:xfrm>
            <a:off x="4295056" y="245573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Sunday</a:t>
            </a:r>
            <a:endParaRPr b="1" sz="800">
              <a:solidFill>
                <a:schemeClr val="dk2"/>
              </a:solidFill>
              <a:latin typeface="Ubuntu"/>
              <a:ea typeface="Ubuntu"/>
              <a:cs typeface="Ubuntu"/>
              <a:sym typeface="Ubuntu"/>
            </a:endParaRPr>
          </a:p>
        </p:txBody>
      </p:sp>
      <p:sp>
        <p:nvSpPr>
          <p:cNvPr id="478" name="Google Shape;478;p35"/>
          <p:cNvSpPr txBox="1"/>
          <p:nvPr/>
        </p:nvSpPr>
        <p:spPr>
          <a:xfrm>
            <a:off x="1675406" y="332661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Wednesday</a:t>
            </a:r>
            <a:endParaRPr b="1" sz="800">
              <a:solidFill>
                <a:schemeClr val="dk2"/>
              </a:solidFill>
              <a:latin typeface="Ubuntu"/>
              <a:ea typeface="Ubuntu"/>
              <a:cs typeface="Ubuntu"/>
              <a:sym typeface="Ubuntu"/>
            </a:endParaRPr>
          </a:p>
        </p:txBody>
      </p:sp>
      <p:sp>
        <p:nvSpPr>
          <p:cNvPr id="479" name="Google Shape;479;p35"/>
          <p:cNvSpPr txBox="1"/>
          <p:nvPr/>
        </p:nvSpPr>
        <p:spPr>
          <a:xfrm>
            <a:off x="2323406" y="332318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Thursday</a:t>
            </a:r>
            <a:endParaRPr b="1" sz="800">
              <a:solidFill>
                <a:schemeClr val="dk2"/>
              </a:solidFill>
              <a:latin typeface="Ubuntu"/>
              <a:ea typeface="Ubuntu"/>
              <a:cs typeface="Ubuntu"/>
              <a:sym typeface="Ubuntu"/>
            </a:endParaRPr>
          </a:p>
        </p:txBody>
      </p:sp>
      <p:sp>
        <p:nvSpPr>
          <p:cNvPr id="480" name="Google Shape;480;p35"/>
          <p:cNvSpPr txBox="1"/>
          <p:nvPr/>
        </p:nvSpPr>
        <p:spPr>
          <a:xfrm>
            <a:off x="2971706" y="332318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Friday</a:t>
            </a:r>
            <a:endParaRPr b="1" sz="800">
              <a:solidFill>
                <a:schemeClr val="dk2"/>
              </a:solidFill>
              <a:latin typeface="Ubuntu"/>
              <a:ea typeface="Ubuntu"/>
              <a:cs typeface="Ubuntu"/>
              <a:sym typeface="Ubuntu"/>
            </a:endParaRPr>
          </a:p>
        </p:txBody>
      </p:sp>
      <p:sp>
        <p:nvSpPr>
          <p:cNvPr id="481" name="Google Shape;481;p35"/>
          <p:cNvSpPr txBox="1"/>
          <p:nvPr/>
        </p:nvSpPr>
        <p:spPr>
          <a:xfrm>
            <a:off x="3639531" y="332318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Saturday</a:t>
            </a:r>
            <a:endParaRPr b="1" sz="800">
              <a:solidFill>
                <a:schemeClr val="dk2"/>
              </a:solidFill>
              <a:latin typeface="Ubuntu"/>
              <a:ea typeface="Ubuntu"/>
              <a:cs typeface="Ubuntu"/>
              <a:sym typeface="Ubuntu"/>
            </a:endParaRPr>
          </a:p>
        </p:txBody>
      </p:sp>
      <p:sp>
        <p:nvSpPr>
          <p:cNvPr id="482" name="Google Shape;482;p35"/>
          <p:cNvSpPr txBox="1"/>
          <p:nvPr/>
        </p:nvSpPr>
        <p:spPr>
          <a:xfrm>
            <a:off x="4295056" y="332661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Sunday</a:t>
            </a:r>
            <a:endParaRPr b="1" sz="800">
              <a:solidFill>
                <a:schemeClr val="dk2"/>
              </a:solidFill>
              <a:latin typeface="Ubuntu"/>
              <a:ea typeface="Ubuntu"/>
              <a:cs typeface="Ubuntu"/>
              <a:sym typeface="Ubuntu"/>
            </a:endParaRPr>
          </a:p>
        </p:txBody>
      </p:sp>
      <p:sp>
        <p:nvSpPr>
          <p:cNvPr id="483" name="Google Shape;483;p35"/>
          <p:cNvSpPr txBox="1"/>
          <p:nvPr/>
        </p:nvSpPr>
        <p:spPr>
          <a:xfrm>
            <a:off x="1692606" y="420096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Wednesday</a:t>
            </a:r>
            <a:endParaRPr b="1" sz="800">
              <a:solidFill>
                <a:schemeClr val="dk2"/>
              </a:solidFill>
              <a:latin typeface="Ubuntu"/>
              <a:ea typeface="Ubuntu"/>
              <a:cs typeface="Ubuntu"/>
              <a:sym typeface="Ubuntu"/>
            </a:endParaRPr>
          </a:p>
        </p:txBody>
      </p:sp>
      <p:sp>
        <p:nvSpPr>
          <p:cNvPr id="484" name="Google Shape;484;p35"/>
          <p:cNvSpPr txBox="1"/>
          <p:nvPr/>
        </p:nvSpPr>
        <p:spPr>
          <a:xfrm>
            <a:off x="2340606" y="419753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Thursday</a:t>
            </a:r>
            <a:endParaRPr b="1" sz="800">
              <a:solidFill>
                <a:schemeClr val="dk2"/>
              </a:solidFill>
              <a:latin typeface="Ubuntu"/>
              <a:ea typeface="Ubuntu"/>
              <a:cs typeface="Ubuntu"/>
              <a:sym typeface="Ubuntu"/>
            </a:endParaRPr>
          </a:p>
        </p:txBody>
      </p:sp>
      <p:sp>
        <p:nvSpPr>
          <p:cNvPr id="485" name="Google Shape;485;p35"/>
          <p:cNvSpPr txBox="1"/>
          <p:nvPr/>
        </p:nvSpPr>
        <p:spPr>
          <a:xfrm>
            <a:off x="2988906" y="419753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Friday</a:t>
            </a:r>
            <a:endParaRPr b="1" sz="800">
              <a:solidFill>
                <a:schemeClr val="dk2"/>
              </a:solidFill>
              <a:latin typeface="Ubuntu"/>
              <a:ea typeface="Ubuntu"/>
              <a:cs typeface="Ubuntu"/>
              <a:sym typeface="Ubuntu"/>
            </a:endParaRPr>
          </a:p>
        </p:txBody>
      </p:sp>
      <p:sp>
        <p:nvSpPr>
          <p:cNvPr id="486" name="Google Shape;486;p35"/>
          <p:cNvSpPr txBox="1"/>
          <p:nvPr/>
        </p:nvSpPr>
        <p:spPr>
          <a:xfrm>
            <a:off x="3656731" y="419753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Saturday</a:t>
            </a:r>
            <a:endParaRPr b="1" sz="800">
              <a:solidFill>
                <a:schemeClr val="dk2"/>
              </a:solidFill>
              <a:latin typeface="Ubuntu"/>
              <a:ea typeface="Ubuntu"/>
              <a:cs typeface="Ubuntu"/>
              <a:sym typeface="Ubuntu"/>
            </a:endParaRPr>
          </a:p>
        </p:txBody>
      </p:sp>
      <p:sp>
        <p:nvSpPr>
          <p:cNvPr id="487" name="Google Shape;487;p35"/>
          <p:cNvSpPr txBox="1"/>
          <p:nvPr/>
        </p:nvSpPr>
        <p:spPr>
          <a:xfrm>
            <a:off x="4312256" y="420096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Sunday</a:t>
            </a:r>
            <a:endParaRPr b="1" sz="800">
              <a:solidFill>
                <a:schemeClr val="dk2"/>
              </a:solidFill>
              <a:latin typeface="Ubuntu"/>
              <a:ea typeface="Ubuntu"/>
              <a:cs typeface="Ubuntu"/>
              <a:sym typeface="Ubuntu"/>
            </a:endParaRPr>
          </a:p>
        </p:txBody>
      </p:sp>
      <p:sp>
        <p:nvSpPr>
          <p:cNvPr id="488" name="Google Shape;488;p35"/>
          <p:cNvSpPr txBox="1"/>
          <p:nvPr/>
        </p:nvSpPr>
        <p:spPr>
          <a:xfrm>
            <a:off x="5000125" y="776800"/>
            <a:ext cx="4023900" cy="805200"/>
          </a:xfrm>
          <a:prstGeom prst="rect">
            <a:avLst/>
          </a:prstGeom>
          <a:noFill/>
          <a:ln>
            <a:noFill/>
          </a:ln>
        </p:spPr>
        <p:txBody>
          <a:bodyPr anchorCtr="0" anchor="ctr"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lang="en" sz="1300">
                <a:solidFill>
                  <a:schemeClr val="dk2"/>
                </a:solidFill>
              </a:rPr>
              <a:t>Meet CMVS team</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Arrange logistics and settle in</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Draft a plan and brainstorm on use case</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Literature review</a:t>
            </a:r>
            <a:endParaRPr sz="1300">
              <a:solidFill>
                <a:schemeClr val="dk2"/>
              </a:solidFill>
            </a:endParaRPr>
          </a:p>
        </p:txBody>
      </p:sp>
      <p:sp>
        <p:nvSpPr>
          <p:cNvPr id="489" name="Google Shape;489;p35"/>
          <p:cNvSpPr txBox="1"/>
          <p:nvPr/>
        </p:nvSpPr>
        <p:spPr>
          <a:xfrm>
            <a:off x="4974200" y="2526638"/>
            <a:ext cx="4023900" cy="805200"/>
          </a:xfrm>
          <a:prstGeom prst="rect">
            <a:avLst/>
          </a:prstGeom>
          <a:noFill/>
          <a:ln>
            <a:noFill/>
          </a:ln>
        </p:spPr>
        <p:txBody>
          <a:bodyPr anchorCtr="0" anchor="ctr"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lang="en" sz="1300">
                <a:solidFill>
                  <a:schemeClr val="dk2"/>
                </a:solidFill>
              </a:rPr>
              <a:t>Literature review</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Get access to tools + datasets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Align my tools (ORKA/ORVIS/PEL) with tools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Define concrete use-case</a:t>
            </a:r>
            <a:endParaRPr sz="1300">
              <a:solidFill>
                <a:schemeClr val="dk2"/>
              </a:solidFill>
            </a:endParaRPr>
          </a:p>
        </p:txBody>
      </p:sp>
      <p:sp>
        <p:nvSpPr>
          <p:cNvPr id="490" name="Google Shape;490;p35"/>
          <p:cNvSpPr txBox="1"/>
          <p:nvPr/>
        </p:nvSpPr>
        <p:spPr>
          <a:xfrm>
            <a:off x="4973450" y="1651713"/>
            <a:ext cx="4023900" cy="805200"/>
          </a:xfrm>
          <a:prstGeom prst="rect">
            <a:avLst/>
          </a:prstGeom>
          <a:noFill/>
          <a:ln>
            <a:noFill/>
          </a:ln>
        </p:spPr>
        <p:txBody>
          <a:bodyPr anchorCtr="0" anchor="ctr"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lang="en" sz="1300">
                <a:solidFill>
                  <a:schemeClr val="dk2"/>
                </a:solidFill>
              </a:rPr>
              <a:t>Literature review</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Get access to tools + datasets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Align my tools (ORKA/ORVIS/PEL) with tools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Define concrete use-case</a:t>
            </a:r>
            <a:endParaRPr sz="1300">
              <a:solidFill>
                <a:schemeClr val="dk2"/>
              </a:solidFill>
            </a:endParaRPr>
          </a:p>
        </p:txBody>
      </p:sp>
      <p:sp>
        <p:nvSpPr>
          <p:cNvPr id="491" name="Google Shape;491;p35"/>
          <p:cNvSpPr txBox="1"/>
          <p:nvPr/>
        </p:nvSpPr>
        <p:spPr>
          <a:xfrm>
            <a:off x="4984500" y="3394863"/>
            <a:ext cx="4023900" cy="805200"/>
          </a:xfrm>
          <a:prstGeom prst="rect">
            <a:avLst/>
          </a:prstGeom>
          <a:noFill/>
          <a:ln>
            <a:noFill/>
          </a:ln>
        </p:spPr>
        <p:txBody>
          <a:bodyPr anchorCtr="0" anchor="ctr"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lang="en" sz="1300">
                <a:solidFill>
                  <a:schemeClr val="dk2"/>
                </a:solidFill>
              </a:rPr>
              <a:t>Literature review</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Get access to tools + datasets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Align my tools (ORKA/ORVIS/PEL) with tools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Define concrete use-case</a:t>
            </a:r>
            <a:endParaRPr sz="1300">
              <a:solidFill>
                <a:schemeClr val="dk2"/>
              </a:solidFill>
            </a:endParaRPr>
          </a:p>
        </p:txBody>
      </p:sp>
      <p:sp>
        <p:nvSpPr>
          <p:cNvPr id="492" name="Google Shape;492;p35"/>
          <p:cNvSpPr txBox="1"/>
          <p:nvPr/>
        </p:nvSpPr>
        <p:spPr>
          <a:xfrm>
            <a:off x="4994850" y="4266438"/>
            <a:ext cx="4023900" cy="805200"/>
          </a:xfrm>
          <a:prstGeom prst="rect">
            <a:avLst/>
          </a:prstGeom>
          <a:noFill/>
          <a:ln>
            <a:noFill/>
          </a:ln>
        </p:spPr>
        <p:txBody>
          <a:bodyPr anchorCtr="0" anchor="ctr"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lang="en" sz="1300">
                <a:solidFill>
                  <a:schemeClr val="dk2"/>
                </a:solidFill>
              </a:rPr>
              <a:t>Literature review</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Get access to tools + datasets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Align my tools (ORKA/ORVIS/PEL) with tools</a:t>
            </a:r>
            <a:endParaRPr sz="1300">
              <a:solidFill>
                <a:schemeClr val="dk2"/>
              </a:solidFill>
            </a:endParaRPr>
          </a:p>
          <a:p>
            <a:pPr indent="-311150" lvl="0" marL="457200" rtl="0" algn="l">
              <a:spcBef>
                <a:spcPts val="0"/>
              </a:spcBef>
              <a:spcAft>
                <a:spcPts val="0"/>
              </a:spcAft>
              <a:buClr>
                <a:schemeClr val="dk2"/>
              </a:buClr>
              <a:buSzPts val="1300"/>
              <a:buChar char="●"/>
            </a:pPr>
            <a:r>
              <a:rPr lang="en" sz="1300">
                <a:solidFill>
                  <a:schemeClr val="dk2"/>
                </a:solidFill>
              </a:rPr>
              <a:t>Define concrete use-case</a:t>
            </a:r>
            <a:endParaRPr sz="1300">
              <a:solidFill>
                <a:schemeClr val="dk2"/>
              </a:solidFill>
            </a:endParaRPr>
          </a:p>
        </p:txBody>
      </p:sp>
      <p:sp>
        <p:nvSpPr>
          <p:cNvPr id="493" name="Google Shape;493;p35"/>
          <p:cNvSpPr/>
          <p:nvPr/>
        </p:nvSpPr>
        <p:spPr>
          <a:xfrm>
            <a:off x="3044763" y="1997288"/>
            <a:ext cx="648300" cy="191400"/>
          </a:xfrm>
          <a:prstGeom prst="roundRect">
            <a:avLst>
              <a:gd fmla="val 11031" name="adj"/>
            </a:avLst>
          </a:prstGeom>
          <a:solidFill>
            <a:srgbClr val="EA999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4" name="Google Shape;494;p35"/>
          <p:cNvSpPr txBox="1"/>
          <p:nvPr/>
        </p:nvSpPr>
        <p:spPr>
          <a:xfrm>
            <a:off x="3044763" y="1987850"/>
            <a:ext cx="648300" cy="21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500">
                <a:solidFill>
                  <a:schemeClr val="dk2"/>
                </a:solidFill>
                <a:latin typeface="Ubuntu"/>
                <a:ea typeface="Ubuntu"/>
                <a:cs typeface="Ubuntu"/>
                <a:sym typeface="Ubuntu"/>
              </a:rPr>
              <a:t>OULU HI Presentation</a:t>
            </a:r>
            <a:endParaRPr b="1" sz="500">
              <a:solidFill>
                <a:schemeClr val="dk2"/>
              </a:solidFill>
              <a:latin typeface="Ubuntu"/>
              <a:ea typeface="Ubuntu"/>
              <a:cs typeface="Ubuntu"/>
              <a:sym typeface="Ubuntu"/>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36"/>
          <p:cNvSpPr/>
          <p:nvPr/>
        </p:nvSpPr>
        <p:spPr>
          <a:xfrm>
            <a:off x="163889" y="3396550"/>
            <a:ext cx="88602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0" name="Google Shape;500;p36"/>
          <p:cNvSpPr/>
          <p:nvPr/>
        </p:nvSpPr>
        <p:spPr>
          <a:xfrm>
            <a:off x="141889" y="2523300"/>
            <a:ext cx="88602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1" name="Google Shape;501;p36"/>
          <p:cNvSpPr/>
          <p:nvPr/>
        </p:nvSpPr>
        <p:spPr>
          <a:xfrm>
            <a:off x="163889" y="1651913"/>
            <a:ext cx="88602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2" name="Google Shape;502;p36"/>
          <p:cNvSpPr/>
          <p:nvPr/>
        </p:nvSpPr>
        <p:spPr>
          <a:xfrm>
            <a:off x="163889" y="769275"/>
            <a:ext cx="88602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3" name="Google Shape;503;p36"/>
          <p:cNvSpPr/>
          <p:nvPr/>
        </p:nvSpPr>
        <p:spPr>
          <a:xfrm>
            <a:off x="169825" y="776800"/>
            <a:ext cx="4830300" cy="805200"/>
          </a:xfrm>
          <a:prstGeom prst="roundRect">
            <a:avLst>
              <a:gd fmla="val 15412" name="adj"/>
            </a:avLst>
          </a:prstGeom>
          <a:solidFill>
            <a:srgbClr val="EEEEEE"/>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4" name="Google Shape;504;p36"/>
          <p:cNvSpPr/>
          <p:nvPr/>
        </p:nvSpPr>
        <p:spPr>
          <a:xfrm>
            <a:off x="0" y="0"/>
            <a:ext cx="9144000" cy="6921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5" name="Google Shape;505;p36"/>
          <p:cNvSpPr txBox="1"/>
          <p:nvPr>
            <p:ph idx="1" type="subTitle"/>
          </p:nvPr>
        </p:nvSpPr>
        <p:spPr>
          <a:xfrm>
            <a:off x="108250"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November</a:t>
            </a:r>
            <a:endParaRPr b="1">
              <a:solidFill>
                <a:schemeClr val="lt1"/>
              </a:solidFill>
              <a:latin typeface="Ubuntu"/>
              <a:ea typeface="Ubuntu"/>
              <a:cs typeface="Ubuntu"/>
              <a:sym typeface="Ubuntu"/>
            </a:endParaRPr>
          </a:p>
        </p:txBody>
      </p:sp>
      <p:sp>
        <p:nvSpPr>
          <p:cNvPr id="506" name="Google Shape;506;p36"/>
          <p:cNvSpPr/>
          <p:nvPr/>
        </p:nvSpPr>
        <p:spPr>
          <a:xfrm>
            <a:off x="461900" y="776800"/>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36"/>
          <p:cNvSpPr/>
          <p:nvPr/>
        </p:nvSpPr>
        <p:spPr>
          <a:xfrm>
            <a:off x="4619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8" name="Google Shape;508;p36"/>
          <p:cNvSpPr/>
          <p:nvPr/>
        </p:nvSpPr>
        <p:spPr>
          <a:xfrm>
            <a:off x="1110200" y="776800"/>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9" name="Google Shape;509;p36"/>
          <p:cNvSpPr/>
          <p:nvPr/>
        </p:nvSpPr>
        <p:spPr>
          <a:xfrm>
            <a:off x="11102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0" name="Google Shape;510;p36"/>
          <p:cNvSpPr/>
          <p:nvPr/>
        </p:nvSpPr>
        <p:spPr>
          <a:xfrm>
            <a:off x="1758500" y="776800"/>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1" name="Google Shape;511;p36"/>
          <p:cNvSpPr/>
          <p:nvPr/>
        </p:nvSpPr>
        <p:spPr>
          <a:xfrm>
            <a:off x="17585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2" name="Google Shape;512;p36"/>
          <p:cNvSpPr/>
          <p:nvPr/>
        </p:nvSpPr>
        <p:spPr>
          <a:xfrm>
            <a:off x="2406800" y="776800"/>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3" name="Google Shape;513;p36"/>
          <p:cNvSpPr/>
          <p:nvPr/>
        </p:nvSpPr>
        <p:spPr>
          <a:xfrm>
            <a:off x="24068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4" name="Google Shape;514;p36"/>
          <p:cNvSpPr/>
          <p:nvPr/>
        </p:nvSpPr>
        <p:spPr>
          <a:xfrm>
            <a:off x="3055100" y="776800"/>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5" name="Google Shape;515;p36"/>
          <p:cNvSpPr/>
          <p:nvPr/>
        </p:nvSpPr>
        <p:spPr>
          <a:xfrm>
            <a:off x="30551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6" name="Google Shape;516;p36"/>
          <p:cNvSpPr/>
          <p:nvPr/>
        </p:nvSpPr>
        <p:spPr>
          <a:xfrm>
            <a:off x="3703400" y="776800"/>
            <a:ext cx="648300" cy="805200"/>
          </a:xfrm>
          <a:prstGeom prst="roundRect">
            <a:avLst>
              <a:gd fmla="val 16667" name="adj"/>
            </a:avLst>
          </a:prstGeom>
          <a:solidFill>
            <a:srgbClr val="EEEEEE"/>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7" name="Google Shape;517;p36"/>
          <p:cNvSpPr/>
          <p:nvPr/>
        </p:nvSpPr>
        <p:spPr>
          <a:xfrm>
            <a:off x="37034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8" name="Google Shape;518;p36"/>
          <p:cNvSpPr/>
          <p:nvPr/>
        </p:nvSpPr>
        <p:spPr>
          <a:xfrm>
            <a:off x="4351700" y="776800"/>
            <a:ext cx="648300" cy="805200"/>
          </a:xfrm>
          <a:prstGeom prst="roundRect">
            <a:avLst>
              <a:gd fmla="val 16667" name="adj"/>
            </a:avLst>
          </a:prstGeom>
          <a:solidFill>
            <a:srgbClr val="EEEEEE"/>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9" name="Google Shape;519;p36"/>
          <p:cNvSpPr/>
          <p:nvPr/>
        </p:nvSpPr>
        <p:spPr>
          <a:xfrm>
            <a:off x="4351700" y="776800"/>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0" name="Google Shape;520;p36"/>
          <p:cNvSpPr txBox="1"/>
          <p:nvPr/>
        </p:nvSpPr>
        <p:spPr>
          <a:xfrm rot="-5400000">
            <a:off x="-126000" y="977448"/>
            <a:ext cx="90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Ubuntu"/>
                <a:ea typeface="Ubuntu"/>
                <a:cs typeface="Ubuntu"/>
                <a:sym typeface="Ubuntu"/>
              </a:rPr>
              <a:t>Week 10</a:t>
            </a:r>
            <a:endParaRPr b="1">
              <a:solidFill>
                <a:schemeClr val="dk2"/>
              </a:solidFill>
              <a:latin typeface="Ubuntu"/>
              <a:ea typeface="Ubuntu"/>
              <a:cs typeface="Ubuntu"/>
              <a:sym typeface="Ubuntu"/>
            </a:endParaRPr>
          </a:p>
        </p:txBody>
      </p:sp>
      <p:sp>
        <p:nvSpPr>
          <p:cNvPr id="521" name="Google Shape;521;p36"/>
          <p:cNvSpPr/>
          <p:nvPr/>
        </p:nvSpPr>
        <p:spPr>
          <a:xfrm>
            <a:off x="159500" y="1651638"/>
            <a:ext cx="48303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2" name="Google Shape;522;p36"/>
          <p:cNvSpPr/>
          <p:nvPr/>
        </p:nvSpPr>
        <p:spPr>
          <a:xfrm>
            <a:off x="451575" y="16516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3" name="Google Shape;523;p36"/>
          <p:cNvSpPr/>
          <p:nvPr/>
        </p:nvSpPr>
        <p:spPr>
          <a:xfrm>
            <a:off x="4515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4" name="Google Shape;524;p36"/>
          <p:cNvSpPr/>
          <p:nvPr/>
        </p:nvSpPr>
        <p:spPr>
          <a:xfrm>
            <a:off x="1099875" y="16516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5" name="Google Shape;525;p36"/>
          <p:cNvSpPr/>
          <p:nvPr/>
        </p:nvSpPr>
        <p:spPr>
          <a:xfrm>
            <a:off x="10998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6" name="Google Shape;526;p36"/>
          <p:cNvSpPr/>
          <p:nvPr/>
        </p:nvSpPr>
        <p:spPr>
          <a:xfrm>
            <a:off x="1748175" y="16516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7" name="Google Shape;527;p36"/>
          <p:cNvSpPr/>
          <p:nvPr/>
        </p:nvSpPr>
        <p:spPr>
          <a:xfrm>
            <a:off x="17481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8" name="Google Shape;528;p36"/>
          <p:cNvSpPr/>
          <p:nvPr/>
        </p:nvSpPr>
        <p:spPr>
          <a:xfrm>
            <a:off x="2396475" y="16516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9" name="Google Shape;529;p36"/>
          <p:cNvSpPr/>
          <p:nvPr/>
        </p:nvSpPr>
        <p:spPr>
          <a:xfrm>
            <a:off x="23964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0" name="Google Shape;530;p36"/>
          <p:cNvSpPr/>
          <p:nvPr/>
        </p:nvSpPr>
        <p:spPr>
          <a:xfrm>
            <a:off x="3044775" y="16516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1" name="Google Shape;531;p36"/>
          <p:cNvSpPr/>
          <p:nvPr/>
        </p:nvSpPr>
        <p:spPr>
          <a:xfrm>
            <a:off x="30447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2" name="Google Shape;532;p36"/>
          <p:cNvSpPr/>
          <p:nvPr/>
        </p:nvSpPr>
        <p:spPr>
          <a:xfrm>
            <a:off x="3693075" y="1651638"/>
            <a:ext cx="648300" cy="805200"/>
          </a:xfrm>
          <a:prstGeom prst="roundRect">
            <a:avLst>
              <a:gd fmla="val 16667" name="adj"/>
            </a:avLst>
          </a:prstGeom>
          <a:solidFill>
            <a:srgbClr val="EEEEEE"/>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3" name="Google Shape;533;p36"/>
          <p:cNvSpPr/>
          <p:nvPr/>
        </p:nvSpPr>
        <p:spPr>
          <a:xfrm>
            <a:off x="36930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4" name="Google Shape;534;p36"/>
          <p:cNvSpPr/>
          <p:nvPr/>
        </p:nvSpPr>
        <p:spPr>
          <a:xfrm>
            <a:off x="4341375" y="1651638"/>
            <a:ext cx="648300" cy="805200"/>
          </a:xfrm>
          <a:prstGeom prst="roundRect">
            <a:avLst>
              <a:gd fmla="val 16667" name="adj"/>
            </a:avLst>
          </a:prstGeom>
          <a:solidFill>
            <a:srgbClr val="EEEEEE"/>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5" name="Google Shape;535;p36"/>
          <p:cNvSpPr/>
          <p:nvPr/>
        </p:nvSpPr>
        <p:spPr>
          <a:xfrm>
            <a:off x="4341375" y="16516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6" name="Google Shape;536;p36"/>
          <p:cNvSpPr txBox="1"/>
          <p:nvPr/>
        </p:nvSpPr>
        <p:spPr>
          <a:xfrm rot="-5400000">
            <a:off x="-147560" y="1827571"/>
            <a:ext cx="94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Ubuntu"/>
                <a:ea typeface="Ubuntu"/>
                <a:cs typeface="Ubuntu"/>
                <a:sym typeface="Ubuntu"/>
              </a:rPr>
              <a:t>Week 11</a:t>
            </a:r>
            <a:endParaRPr b="1">
              <a:solidFill>
                <a:schemeClr val="dk2"/>
              </a:solidFill>
              <a:latin typeface="Ubuntu"/>
              <a:ea typeface="Ubuntu"/>
              <a:cs typeface="Ubuntu"/>
              <a:sym typeface="Ubuntu"/>
            </a:endParaRPr>
          </a:p>
        </p:txBody>
      </p:sp>
      <p:sp>
        <p:nvSpPr>
          <p:cNvPr id="537" name="Google Shape;537;p36"/>
          <p:cNvSpPr/>
          <p:nvPr/>
        </p:nvSpPr>
        <p:spPr>
          <a:xfrm>
            <a:off x="144013" y="2526488"/>
            <a:ext cx="48303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8" name="Google Shape;538;p36"/>
          <p:cNvSpPr/>
          <p:nvPr/>
        </p:nvSpPr>
        <p:spPr>
          <a:xfrm>
            <a:off x="436088" y="252648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9" name="Google Shape;539;p36"/>
          <p:cNvSpPr/>
          <p:nvPr/>
        </p:nvSpPr>
        <p:spPr>
          <a:xfrm>
            <a:off x="4360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0" name="Google Shape;540;p36"/>
          <p:cNvSpPr/>
          <p:nvPr/>
        </p:nvSpPr>
        <p:spPr>
          <a:xfrm>
            <a:off x="1084388" y="252648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p36"/>
          <p:cNvSpPr/>
          <p:nvPr/>
        </p:nvSpPr>
        <p:spPr>
          <a:xfrm>
            <a:off x="10843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36"/>
          <p:cNvSpPr/>
          <p:nvPr/>
        </p:nvSpPr>
        <p:spPr>
          <a:xfrm>
            <a:off x="1732688" y="252648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3" name="Google Shape;543;p36"/>
          <p:cNvSpPr/>
          <p:nvPr/>
        </p:nvSpPr>
        <p:spPr>
          <a:xfrm>
            <a:off x="17326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4" name="Google Shape;544;p36"/>
          <p:cNvSpPr/>
          <p:nvPr/>
        </p:nvSpPr>
        <p:spPr>
          <a:xfrm>
            <a:off x="2380988" y="252648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5" name="Google Shape;545;p36"/>
          <p:cNvSpPr/>
          <p:nvPr/>
        </p:nvSpPr>
        <p:spPr>
          <a:xfrm>
            <a:off x="23809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6" name="Google Shape;546;p36"/>
          <p:cNvSpPr/>
          <p:nvPr/>
        </p:nvSpPr>
        <p:spPr>
          <a:xfrm>
            <a:off x="3029288" y="252648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7" name="Google Shape;547;p36"/>
          <p:cNvSpPr/>
          <p:nvPr/>
        </p:nvSpPr>
        <p:spPr>
          <a:xfrm>
            <a:off x="30292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8" name="Google Shape;548;p36"/>
          <p:cNvSpPr/>
          <p:nvPr/>
        </p:nvSpPr>
        <p:spPr>
          <a:xfrm>
            <a:off x="3677588" y="2526488"/>
            <a:ext cx="648300" cy="805200"/>
          </a:xfrm>
          <a:prstGeom prst="roundRect">
            <a:avLst>
              <a:gd fmla="val 16667" name="adj"/>
            </a:avLst>
          </a:prstGeom>
          <a:solidFill>
            <a:srgbClr val="EEEEEE"/>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9" name="Google Shape;549;p36"/>
          <p:cNvSpPr/>
          <p:nvPr/>
        </p:nvSpPr>
        <p:spPr>
          <a:xfrm>
            <a:off x="36775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0" name="Google Shape;550;p36"/>
          <p:cNvSpPr/>
          <p:nvPr/>
        </p:nvSpPr>
        <p:spPr>
          <a:xfrm>
            <a:off x="4325888" y="2526488"/>
            <a:ext cx="648300" cy="805200"/>
          </a:xfrm>
          <a:prstGeom prst="roundRect">
            <a:avLst>
              <a:gd fmla="val 16667" name="adj"/>
            </a:avLst>
          </a:prstGeom>
          <a:solidFill>
            <a:srgbClr val="EEEEEE"/>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1" name="Google Shape;551;p36"/>
          <p:cNvSpPr/>
          <p:nvPr/>
        </p:nvSpPr>
        <p:spPr>
          <a:xfrm>
            <a:off x="4325888" y="252648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2" name="Google Shape;552;p36"/>
          <p:cNvSpPr/>
          <p:nvPr/>
        </p:nvSpPr>
        <p:spPr>
          <a:xfrm>
            <a:off x="154325" y="3401338"/>
            <a:ext cx="4830300" cy="805200"/>
          </a:xfrm>
          <a:prstGeom prst="roundRect">
            <a:avLst>
              <a:gd fmla="val 15412"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3" name="Google Shape;553;p36"/>
          <p:cNvSpPr/>
          <p:nvPr/>
        </p:nvSpPr>
        <p:spPr>
          <a:xfrm>
            <a:off x="446400" y="34013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4" name="Google Shape;554;p36"/>
          <p:cNvSpPr/>
          <p:nvPr/>
        </p:nvSpPr>
        <p:spPr>
          <a:xfrm>
            <a:off x="4464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5" name="Google Shape;555;p36"/>
          <p:cNvSpPr/>
          <p:nvPr/>
        </p:nvSpPr>
        <p:spPr>
          <a:xfrm>
            <a:off x="1094700" y="34013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6" name="Google Shape;556;p36"/>
          <p:cNvSpPr/>
          <p:nvPr/>
        </p:nvSpPr>
        <p:spPr>
          <a:xfrm>
            <a:off x="10947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7" name="Google Shape;557;p36"/>
          <p:cNvSpPr/>
          <p:nvPr/>
        </p:nvSpPr>
        <p:spPr>
          <a:xfrm>
            <a:off x="1743000" y="34013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8" name="Google Shape;558;p36"/>
          <p:cNvSpPr/>
          <p:nvPr/>
        </p:nvSpPr>
        <p:spPr>
          <a:xfrm>
            <a:off x="17430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9" name="Google Shape;559;p36"/>
          <p:cNvSpPr/>
          <p:nvPr/>
        </p:nvSpPr>
        <p:spPr>
          <a:xfrm>
            <a:off x="2391300" y="34013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36"/>
          <p:cNvSpPr/>
          <p:nvPr/>
        </p:nvSpPr>
        <p:spPr>
          <a:xfrm>
            <a:off x="23913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1" name="Google Shape;561;p36"/>
          <p:cNvSpPr/>
          <p:nvPr/>
        </p:nvSpPr>
        <p:spPr>
          <a:xfrm>
            <a:off x="3039600" y="3401338"/>
            <a:ext cx="648300" cy="8052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2" name="Google Shape;562;p36"/>
          <p:cNvSpPr/>
          <p:nvPr/>
        </p:nvSpPr>
        <p:spPr>
          <a:xfrm>
            <a:off x="30396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3" name="Google Shape;563;p36"/>
          <p:cNvSpPr/>
          <p:nvPr/>
        </p:nvSpPr>
        <p:spPr>
          <a:xfrm>
            <a:off x="3687900" y="3401338"/>
            <a:ext cx="648300" cy="805200"/>
          </a:xfrm>
          <a:prstGeom prst="roundRect">
            <a:avLst>
              <a:gd fmla="val 16667" name="adj"/>
            </a:avLst>
          </a:prstGeom>
          <a:solidFill>
            <a:srgbClr val="EEEEEE"/>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4" name="Google Shape;564;p36"/>
          <p:cNvSpPr/>
          <p:nvPr/>
        </p:nvSpPr>
        <p:spPr>
          <a:xfrm>
            <a:off x="36879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5" name="Google Shape;565;p36"/>
          <p:cNvSpPr/>
          <p:nvPr/>
        </p:nvSpPr>
        <p:spPr>
          <a:xfrm>
            <a:off x="4336200" y="3401338"/>
            <a:ext cx="648300" cy="805200"/>
          </a:xfrm>
          <a:prstGeom prst="roundRect">
            <a:avLst>
              <a:gd fmla="val 16667" name="adj"/>
            </a:avLst>
          </a:prstGeom>
          <a:solidFill>
            <a:srgbClr val="EEEEEE"/>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6" name="Google Shape;566;p36"/>
          <p:cNvSpPr/>
          <p:nvPr/>
        </p:nvSpPr>
        <p:spPr>
          <a:xfrm>
            <a:off x="4336200" y="3401338"/>
            <a:ext cx="648300" cy="191400"/>
          </a:xfrm>
          <a:prstGeom prst="roundRect">
            <a:avLst>
              <a:gd fmla="val 50000" name="adj"/>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7" name="Google Shape;567;p36"/>
          <p:cNvSpPr txBox="1"/>
          <p:nvPr/>
        </p:nvSpPr>
        <p:spPr>
          <a:xfrm>
            <a:off x="418800" y="706325"/>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Monday</a:t>
            </a:r>
            <a:endParaRPr b="1" sz="800">
              <a:solidFill>
                <a:schemeClr val="dk2"/>
              </a:solidFill>
              <a:latin typeface="Ubuntu"/>
              <a:ea typeface="Ubuntu"/>
              <a:cs typeface="Ubuntu"/>
              <a:sym typeface="Ubuntu"/>
            </a:endParaRPr>
          </a:p>
        </p:txBody>
      </p:sp>
      <p:sp>
        <p:nvSpPr>
          <p:cNvPr id="568" name="Google Shape;568;p36"/>
          <p:cNvSpPr txBox="1"/>
          <p:nvPr/>
        </p:nvSpPr>
        <p:spPr>
          <a:xfrm>
            <a:off x="418800" y="1578000"/>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Monday</a:t>
            </a:r>
            <a:endParaRPr b="1" sz="800">
              <a:solidFill>
                <a:schemeClr val="dk2"/>
              </a:solidFill>
              <a:latin typeface="Ubuntu"/>
              <a:ea typeface="Ubuntu"/>
              <a:cs typeface="Ubuntu"/>
              <a:sym typeface="Ubuntu"/>
            </a:endParaRPr>
          </a:p>
        </p:txBody>
      </p:sp>
      <p:sp>
        <p:nvSpPr>
          <p:cNvPr id="569" name="Google Shape;569;p36"/>
          <p:cNvSpPr txBox="1"/>
          <p:nvPr/>
        </p:nvSpPr>
        <p:spPr>
          <a:xfrm>
            <a:off x="398150" y="2449663"/>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Monday</a:t>
            </a:r>
            <a:endParaRPr b="1" sz="800">
              <a:solidFill>
                <a:schemeClr val="dk2"/>
              </a:solidFill>
              <a:latin typeface="Ubuntu"/>
              <a:ea typeface="Ubuntu"/>
              <a:cs typeface="Ubuntu"/>
              <a:sym typeface="Ubuntu"/>
            </a:endParaRPr>
          </a:p>
        </p:txBody>
      </p:sp>
      <p:sp>
        <p:nvSpPr>
          <p:cNvPr id="570" name="Google Shape;570;p36"/>
          <p:cNvSpPr txBox="1"/>
          <p:nvPr/>
        </p:nvSpPr>
        <p:spPr>
          <a:xfrm>
            <a:off x="398150" y="3324500"/>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Monday</a:t>
            </a:r>
            <a:endParaRPr b="1" sz="800">
              <a:solidFill>
                <a:schemeClr val="dk2"/>
              </a:solidFill>
              <a:latin typeface="Ubuntu"/>
              <a:ea typeface="Ubuntu"/>
              <a:cs typeface="Ubuntu"/>
              <a:sym typeface="Ubuntu"/>
            </a:endParaRPr>
          </a:p>
        </p:txBody>
      </p:sp>
      <p:sp>
        <p:nvSpPr>
          <p:cNvPr id="571" name="Google Shape;571;p36"/>
          <p:cNvSpPr txBox="1"/>
          <p:nvPr/>
        </p:nvSpPr>
        <p:spPr>
          <a:xfrm>
            <a:off x="1074320" y="705268"/>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Tuesday</a:t>
            </a:r>
            <a:endParaRPr b="1" sz="800">
              <a:solidFill>
                <a:schemeClr val="dk2"/>
              </a:solidFill>
              <a:latin typeface="Ubuntu"/>
              <a:ea typeface="Ubuntu"/>
              <a:cs typeface="Ubuntu"/>
              <a:sym typeface="Ubuntu"/>
            </a:endParaRPr>
          </a:p>
        </p:txBody>
      </p:sp>
      <p:sp>
        <p:nvSpPr>
          <p:cNvPr id="572" name="Google Shape;572;p36"/>
          <p:cNvSpPr txBox="1"/>
          <p:nvPr/>
        </p:nvSpPr>
        <p:spPr>
          <a:xfrm>
            <a:off x="1074320" y="1580118"/>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Tuesday</a:t>
            </a:r>
            <a:endParaRPr b="1" sz="800">
              <a:solidFill>
                <a:schemeClr val="dk2"/>
              </a:solidFill>
              <a:latin typeface="Ubuntu"/>
              <a:ea typeface="Ubuntu"/>
              <a:cs typeface="Ubuntu"/>
              <a:sym typeface="Ubuntu"/>
            </a:endParaRPr>
          </a:p>
        </p:txBody>
      </p:sp>
      <p:sp>
        <p:nvSpPr>
          <p:cNvPr id="573" name="Google Shape;573;p36"/>
          <p:cNvSpPr txBox="1"/>
          <p:nvPr/>
        </p:nvSpPr>
        <p:spPr>
          <a:xfrm>
            <a:off x="1053670" y="2451781"/>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Tuesday</a:t>
            </a:r>
            <a:endParaRPr b="1" sz="800">
              <a:solidFill>
                <a:schemeClr val="dk2"/>
              </a:solidFill>
              <a:latin typeface="Ubuntu"/>
              <a:ea typeface="Ubuntu"/>
              <a:cs typeface="Ubuntu"/>
              <a:sym typeface="Ubuntu"/>
            </a:endParaRPr>
          </a:p>
        </p:txBody>
      </p:sp>
      <p:sp>
        <p:nvSpPr>
          <p:cNvPr id="574" name="Google Shape;574;p36"/>
          <p:cNvSpPr txBox="1"/>
          <p:nvPr/>
        </p:nvSpPr>
        <p:spPr>
          <a:xfrm>
            <a:off x="1053670" y="3326618"/>
            <a:ext cx="7242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Tuesday</a:t>
            </a:r>
            <a:endParaRPr b="1" sz="800">
              <a:solidFill>
                <a:schemeClr val="dk2"/>
              </a:solidFill>
              <a:latin typeface="Ubuntu"/>
              <a:ea typeface="Ubuntu"/>
              <a:cs typeface="Ubuntu"/>
              <a:sym typeface="Ubuntu"/>
            </a:endParaRPr>
          </a:p>
        </p:txBody>
      </p:sp>
      <p:sp>
        <p:nvSpPr>
          <p:cNvPr id="575" name="Google Shape;575;p36"/>
          <p:cNvSpPr txBox="1"/>
          <p:nvPr/>
        </p:nvSpPr>
        <p:spPr>
          <a:xfrm>
            <a:off x="1699260" y="70657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Wednesday</a:t>
            </a:r>
            <a:endParaRPr b="1" sz="800">
              <a:solidFill>
                <a:schemeClr val="dk2"/>
              </a:solidFill>
              <a:latin typeface="Ubuntu"/>
              <a:ea typeface="Ubuntu"/>
              <a:cs typeface="Ubuntu"/>
              <a:sym typeface="Ubuntu"/>
            </a:endParaRPr>
          </a:p>
        </p:txBody>
      </p:sp>
      <p:sp>
        <p:nvSpPr>
          <p:cNvPr id="576" name="Google Shape;576;p36"/>
          <p:cNvSpPr txBox="1"/>
          <p:nvPr/>
        </p:nvSpPr>
        <p:spPr>
          <a:xfrm>
            <a:off x="2347260" y="70315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Thursday</a:t>
            </a:r>
            <a:endParaRPr b="1" sz="800">
              <a:solidFill>
                <a:schemeClr val="dk2"/>
              </a:solidFill>
              <a:latin typeface="Ubuntu"/>
              <a:ea typeface="Ubuntu"/>
              <a:cs typeface="Ubuntu"/>
              <a:sym typeface="Ubuntu"/>
            </a:endParaRPr>
          </a:p>
        </p:txBody>
      </p:sp>
      <p:sp>
        <p:nvSpPr>
          <p:cNvPr id="577" name="Google Shape;577;p36"/>
          <p:cNvSpPr txBox="1"/>
          <p:nvPr/>
        </p:nvSpPr>
        <p:spPr>
          <a:xfrm>
            <a:off x="2995560" y="70315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Friday</a:t>
            </a:r>
            <a:endParaRPr b="1" sz="800">
              <a:solidFill>
                <a:schemeClr val="dk2"/>
              </a:solidFill>
              <a:latin typeface="Ubuntu"/>
              <a:ea typeface="Ubuntu"/>
              <a:cs typeface="Ubuntu"/>
              <a:sym typeface="Ubuntu"/>
            </a:endParaRPr>
          </a:p>
        </p:txBody>
      </p:sp>
      <p:sp>
        <p:nvSpPr>
          <p:cNvPr id="578" name="Google Shape;578;p36"/>
          <p:cNvSpPr txBox="1"/>
          <p:nvPr/>
        </p:nvSpPr>
        <p:spPr>
          <a:xfrm>
            <a:off x="3663385" y="70315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Saturday</a:t>
            </a:r>
            <a:endParaRPr b="1" sz="800">
              <a:solidFill>
                <a:schemeClr val="dk2"/>
              </a:solidFill>
              <a:latin typeface="Ubuntu"/>
              <a:ea typeface="Ubuntu"/>
              <a:cs typeface="Ubuntu"/>
              <a:sym typeface="Ubuntu"/>
            </a:endParaRPr>
          </a:p>
        </p:txBody>
      </p:sp>
      <p:sp>
        <p:nvSpPr>
          <p:cNvPr id="579" name="Google Shape;579;p36"/>
          <p:cNvSpPr txBox="1"/>
          <p:nvPr/>
        </p:nvSpPr>
        <p:spPr>
          <a:xfrm>
            <a:off x="4318910" y="70657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Sunday</a:t>
            </a:r>
            <a:endParaRPr b="1" sz="800">
              <a:solidFill>
                <a:schemeClr val="dk2"/>
              </a:solidFill>
              <a:latin typeface="Ubuntu"/>
              <a:ea typeface="Ubuntu"/>
              <a:cs typeface="Ubuntu"/>
              <a:sym typeface="Ubuntu"/>
            </a:endParaRPr>
          </a:p>
        </p:txBody>
      </p:sp>
      <p:sp>
        <p:nvSpPr>
          <p:cNvPr id="580" name="Google Shape;580;p36"/>
          <p:cNvSpPr txBox="1"/>
          <p:nvPr/>
        </p:nvSpPr>
        <p:spPr>
          <a:xfrm>
            <a:off x="1693206" y="1581422"/>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Wednesday</a:t>
            </a:r>
            <a:endParaRPr b="1" sz="800">
              <a:solidFill>
                <a:schemeClr val="dk2"/>
              </a:solidFill>
              <a:latin typeface="Ubuntu"/>
              <a:ea typeface="Ubuntu"/>
              <a:cs typeface="Ubuntu"/>
              <a:sym typeface="Ubuntu"/>
            </a:endParaRPr>
          </a:p>
        </p:txBody>
      </p:sp>
      <p:sp>
        <p:nvSpPr>
          <p:cNvPr id="581" name="Google Shape;581;p36"/>
          <p:cNvSpPr txBox="1"/>
          <p:nvPr/>
        </p:nvSpPr>
        <p:spPr>
          <a:xfrm>
            <a:off x="2341206" y="1577997"/>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Thursday</a:t>
            </a:r>
            <a:endParaRPr b="1" sz="800">
              <a:solidFill>
                <a:schemeClr val="dk2"/>
              </a:solidFill>
              <a:latin typeface="Ubuntu"/>
              <a:ea typeface="Ubuntu"/>
              <a:cs typeface="Ubuntu"/>
              <a:sym typeface="Ubuntu"/>
            </a:endParaRPr>
          </a:p>
        </p:txBody>
      </p:sp>
      <p:sp>
        <p:nvSpPr>
          <p:cNvPr id="582" name="Google Shape;582;p36"/>
          <p:cNvSpPr txBox="1"/>
          <p:nvPr/>
        </p:nvSpPr>
        <p:spPr>
          <a:xfrm>
            <a:off x="2989506" y="1577997"/>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Friday</a:t>
            </a:r>
            <a:endParaRPr b="1" sz="800">
              <a:solidFill>
                <a:schemeClr val="dk2"/>
              </a:solidFill>
              <a:latin typeface="Ubuntu"/>
              <a:ea typeface="Ubuntu"/>
              <a:cs typeface="Ubuntu"/>
              <a:sym typeface="Ubuntu"/>
            </a:endParaRPr>
          </a:p>
        </p:txBody>
      </p:sp>
      <p:sp>
        <p:nvSpPr>
          <p:cNvPr id="583" name="Google Shape;583;p36"/>
          <p:cNvSpPr txBox="1"/>
          <p:nvPr/>
        </p:nvSpPr>
        <p:spPr>
          <a:xfrm>
            <a:off x="3657331" y="1577997"/>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Saturday</a:t>
            </a:r>
            <a:endParaRPr b="1" sz="800">
              <a:solidFill>
                <a:schemeClr val="dk2"/>
              </a:solidFill>
              <a:latin typeface="Ubuntu"/>
              <a:ea typeface="Ubuntu"/>
              <a:cs typeface="Ubuntu"/>
              <a:sym typeface="Ubuntu"/>
            </a:endParaRPr>
          </a:p>
        </p:txBody>
      </p:sp>
      <p:sp>
        <p:nvSpPr>
          <p:cNvPr id="584" name="Google Shape;584;p36"/>
          <p:cNvSpPr txBox="1"/>
          <p:nvPr/>
        </p:nvSpPr>
        <p:spPr>
          <a:xfrm>
            <a:off x="4312856" y="1581422"/>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Sunday</a:t>
            </a:r>
            <a:endParaRPr b="1" sz="800">
              <a:solidFill>
                <a:schemeClr val="dk2"/>
              </a:solidFill>
              <a:latin typeface="Ubuntu"/>
              <a:ea typeface="Ubuntu"/>
              <a:cs typeface="Ubuntu"/>
              <a:sym typeface="Ubuntu"/>
            </a:endParaRPr>
          </a:p>
        </p:txBody>
      </p:sp>
      <p:sp>
        <p:nvSpPr>
          <p:cNvPr id="585" name="Google Shape;585;p36"/>
          <p:cNvSpPr txBox="1"/>
          <p:nvPr/>
        </p:nvSpPr>
        <p:spPr>
          <a:xfrm>
            <a:off x="1675406" y="245573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Wednesday</a:t>
            </a:r>
            <a:endParaRPr b="1" sz="800">
              <a:solidFill>
                <a:schemeClr val="dk2"/>
              </a:solidFill>
              <a:latin typeface="Ubuntu"/>
              <a:ea typeface="Ubuntu"/>
              <a:cs typeface="Ubuntu"/>
              <a:sym typeface="Ubuntu"/>
            </a:endParaRPr>
          </a:p>
        </p:txBody>
      </p:sp>
      <p:sp>
        <p:nvSpPr>
          <p:cNvPr id="586" name="Google Shape;586;p36"/>
          <p:cNvSpPr txBox="1"/>
          <p:nvPr/>
        </p:nvSpPr>
        <p:spPr>
          <a:xfrm>
            <a:off x="2323406" y="245231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Thursday</a:t>
            </a:r>
            <a:endParaRPr b="1" sz="800">
              <a:solidFill>
                <a:schemeClr val="dk2"/>
              </a:solidFill>
              <a:latin typeface="Ubuntu"/>
              <a:ea typeface="Ubuntu"/>
              <a:cs typeface="Ubuntu"/>
              <a:sym typeface="Ubuntu"/>
            </a:endParaRPr>
          </a:p>
        </p:txBody>
      </p:sp>
      <p:sp>
        <p:nvSpPr>
          <p:cNvPr id="587" name="Google Shape;587;p36"/>
          <p:cNvSpPr txBox="1"/>
          <p:nvPr/>
        </p:nvSpPr>
        <p:spPr>
          <a:xfrm>
            <a:off x="2971706" y="245231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Friday</a:t>
            </a:r>
            <a:endParaRPr b="1" sz="800">
              <a:solidFill>
                <a:schemeClr val="dk2"/>
              </a:solidFill>
              <a:latin typeface="Ubuntu"/>
              <a:ea typeface="Ubuntu"/>
              <a:cs typeface="Ubuntu"/>
              <a:sym typeface="Ubuntu"/>
            </a:endParaRPr>
          </a:p>
        </p:txBody>
      </p:sp>
      <p:sp>
        <p:nvSpPr>
          <p:cNvPr id="588" name="Google Shape;588;p36"/>
          <p:cNvSpPr txBox="1"/>
          <p:nvPr/>
        </p:nvSpPr>
        <p:spPr>
          <a:xfrm>
            <a:off x="3639531" y="245231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Saturday</a:t>
            </a:r>
            <a:endParaRPr b="1" sz="800">
              <a:solidFill>
                <a:schemeClr val="dk2"/>
              </a:solidFill>
              <a:latin typeface="Ubuntu"/>
              <a:ea typeface="Ubuntu"/>
              <a:cs typeface="Ubuntu"/>
              <a:sym typeface="Ubuntu"/>
            </a:endParaRPr>
          </a:p>
        </p:txBody>
      </p:sp>
      <p:sp>
        <p:nvSpPr>
          <p:cNvPr id="589" name="Google Shape;589;p36"/>
          <p:cNvSpPr txBox="1"/>
          <p:nvPr/>
        </p:nvSpPr>
        <p:spPr>
          <a:xfrm>
            <a:off x="4295056" y="245573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Sunday</a:t>
            </a:r>
            <a:endParaRPr b="1" sz="800">
              <a:solidFill>
                <a:schemeClr val="dk2"/>
              </a:solidFill>
              <a:latin typeface="Ubuntu"/>
              <a:ea typeface="Ubuntu"/>
              <a:cs typeface="Ubuntu"/>
              <a:sym typeface="Ubuntu"/>
            </a:endParaRPr>
          </a:p>
        </p:txBody>
      </p:sp>
      <p:sp>
        <p:nvSpPr>
          <p:cNvPr id="590" name="Google Shape;590;p36"/>
          <p:cNvSpPr txBox="1"/>
          <p:nvPr/>
        </p:nvSpPr>
        <p:spPr>
          <a:xfrm>
            <a:off x="1675406" y="332661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Wednesday</a:t>
            </a:r>
            <a:endParaRPr b="1" sz="800">
              <a:solidFill>
                <a:schemeClr val="dk2"/>
              </a:solidFill>
              <a:latin typeface="Ubuntu"/>
              <a:ea typeface="Ubuntu"/>
              <a:cs typeface="Ubuntu"/>
              <a:sym typeface="Ubuntu"/>
            </a:endParaRPr>
          </a:p>
        </p:txBody>
      </p:sp>
      <p:sp>
        <p:nvSpPr>
          <p:cNvPr id="591" name="Google Shape;591;p36"/>
          <p:cNvSpPr txBox="1"/>
          <p:nvPr/>
        </p:nvSpPr>
        <p:spPr>
          <a:xfrm>
            <a:off x="2323406" y="332318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Thursday</a:t>
            </a:r>
            <a:endParaRPr b="1" sz="800">
              <a:solidFill>
                <a:schemeClr val="dk2"/>
              </a:solidFill>
              <a:latin typeface="Ubuntu"/>
              <a:ea typeface="Ubuntu"/>
              <a:cs typeface="Ubuntu"/>
              <a:sym typeface="Ubuntu"/>
            </a:endParaRPr>
          </a:p>
        </p:txBody>
      </p:sp>
      <p:sp>
        <p:nvSpPr>
          <p:cNvPr id="592" name="Google Shape;592;p36"/>
          <p:cNvSpPr txBox="1"/>
          <p:nvPr/>
        </p:nvSpPr>
        <p:spPr>
          <a:xfrm>
            <a:off x="2971706" y="332318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Friday</a:t>
            </a:r>
            <a:endParaRPr b="1" sz="800">
              <a:solidFill>
                <a:schemeClr val="dk2"/>
              </a:solidFill>
              <a:latin typeface="Ubuntu"/>
              <a:ea typeface="Ubuntu"/>
              <a:cs typeface="Ubuntu"/>
              <a:sym typeface="Ubuntu"/>
            </a:endParaRPr>
          </a:p>
        </p:txBody>
      </p:sp>
      <p:sp>
        <p:nvSpPr>
          <p:cNvPr id="593" name="Google Shape;593;p36"/>
          <p:cNvSpPr txBox="1"/>
          <p:nvPr/>
        </p:nvSpPr>
        <p:spPr>
          <a:xfrm>
            <a:off x="3639531" y="3323185"/>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Saturday</a:t>
            </a:r>
            <a:endParaRPr b="1" sz="800">
              <a:solidFill>
                <a:schemeClr val="dk2"/>
              </a:solidFill>
              <a:latin typeface="Ubuntu"/>
              <a:ea typeface="Ubuntu"/>
              <a:cs typeface="Ubuntu"/>
              <a:sym typeface="Ubuntu"/>
            </a:endParaRPr>
          </a:p>
        </p:txBody>
      </p:sp>
      <p:sp>
        <p:nvSpPr>
          <p:cNvPr id="594" name="Google Shape;594;p36"/>
          <p:cNvSpPr txBox="1"/>
          <p:nvPr/>
        </p:nvSpPr>
        <p:spPr>
          <a:xfrm>
            <a:off x="4295056" y="3326610"/>
            <a:ext cx="7674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2"/>
                </a:solidFill>
                <a:latin typeface="Ubuntu"/>
                <a:ea typeface="Ubuntu"/>
                <a:cs typeface="Ubuntu"/>
                <a:sym typeface="Ubuntu"/>
              </a:rPr>
              <a:t>Sunday</a:t>
            </a:r>
            <a:endParaRPr b="1" sz="800">
              <a:solidFill>
                <a:schemeClr val="dk2"/>
              </a:solidFill>
              <a:latin typeface="Ubuntu"/>
              <a:ea typeface="Ubuntu"/>
              <a:cs typeface="Ubuntu"/>
              <a:sym typeface="Ubuntu"/>
            </a:endParaRPr>
          </a:p>
        </p:txBody>
      </p:sp>
      <p:sp>
        <p:nvSpPr>
          <p:cNvPr id="595" name="Google Shape;595;p36"/>
          <p:cNvSpPr txBox="1"/>
          <p:nvPr/>
        </p:nvSpPr>
        <p:spPr>
          <a:xfrm>
            <a:off x="5000125" y="776800"/>
            <a:ext cx="4023900" cy="805200"/>
          </a:xfrm>
          <a:prstGeom prst="rect">
            <a:avLst/>
          </a:prstGeom>
          <a:noFill/>
          <a:ln>
            <a:noFill/>
          </a:ln>
        </p:spPr>
        <p:txBody>
          <a:bodyPr anchorCtr="0" anchor="ctr"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lang="en" sz="1300">
                <a:solidFill>
                  <a:schemeClr val="dk2"/>
                </a:solidFill>
              </a:rPr>
              <a:t>Experiments (in case more needed)</a:t>
            </a:r>
            <a:endParaRPr sz="1300">
              <a:solidFill>
                <a:schemeClr val="dk2"/>
              </a:solidFill>
            </a:endParaRPr>
          </a:p>
        </p:txBody>
      </p:sp>
      <p:sp>
        <p:nvSpPr>
          <p:cNvPr id="596" name="Google Shape;596;p36"/>
          <p:cNvSpPr txBox="1"/>
          <p:nvPr/>
        </p:nvSpPr>
        <p:spPr>
          <a:xfrm>
            <a:off x="4974200" y="2526638"/>
            <a:ext cx="4023900" cy="805200"/>
          </a:xfrm>
          <a:prstGeom prst="rect">
            <a:avLst/>
          </a:prstGeom>
          <a:noFill/>
          <a:ln>
            <a:noFill/>
          </a:ln>
        </p:spPr>
        <p:txBody>
          <a:bodyPr anchorCtr="0" anchor="ctr"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lang="en" sz="1300">
                <a:solidFill>
                  <a:schemeClr val="dk2"/>
                </a:solidFill>
              </a:rPr>
              <a:t>Finishing up the </a:t>
            </a:r>
            <a:r>
              <a:rPr lang="en" sz="1300">
                <a:solidFill>
                  <a:schemeClr val="dk2"/>
                </a:solidFill>
              </a:rPr>
              <a:t>paper?</a:t>
            </a:r>
            <a:endParaRPr sz="1300">
              <a:solidFill>
                <a:schemeClr val="dk2"/>
              </a:solidFill>
            </a:endParaRPr>
          </a:p>
        </p:txBody>
      </p:sp>
      <p:sp>
        <p:nvSpPr>
          <p:cNvPr id="597" name="Google Shape;597;p36"/>
          <p:cNvSpPr txBox="1"/>
          <p:nvPr/>
        </p:nvSpPr>
        <p:spPr>
          <a:xfrm>
            <a:off x="4973450" y="1651713"/>
            <a:ext cx="4023900" cy="805200"/>
          </a:xfrm>
          <a:prstGeom prst="rect">
            <a:avLst/>
          </a:prstGeom>
          <a:noFill/>
          <a:ln>
            <a:noFill/>
          </a:ln>
        </p:spPr>
        <p:txBody>
          <a:bodyPr anchorCtr="0" anchor="ctr"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lang="en" sz="1300">
                <a:solidFill>
                  <a:schemeClr val="dk2"/>
                </a:solidFill>
              </a:rPr>
              <a:t>Paper writing / Reporting</a:t>
            </a:r>
            <a:endParaRPr sz="1300">
              <a:solidFill>
                <a:schemeClr val="dk2"/>
              </a:solidFill>
            </a:endParaRPr>
          </a:p>
        </p:txBody>
      </p:sp>
      <p:sp>
        <p:nvSpPr>
          <p:cNvPr id="598" name="Google Shape;598;p36"/>
          <p:cNvSpPr txBox="1"/>
          <p:nvPr/>
        </p:nvSpPr>
        <p:spPr>
          <a:xfrm>
            <a:off x="4984500" y="3394863"/>
            <a:ext cx="4023900" cy="805200"/>
          </a:xfrm>
          <a:prstGeom prst="rect">
            <a:avLst/>
          </a:prstGeom>
          <a:noFill/>
          <a:ln>
            <a:noFill/>
          </a:ln>
        </p:spPr>
        <p:txBody>
          <a:bodyPr anchorCtr="0" anchor="ctr" bIns="91425" lIns="91425" spcFirstLastPara="1" rIns="91425" wrap="square" tIns="91425">
            <a:noAutofit/>
          </a:bodyPr>
          <a:lstStyle/>
          <a:p>
            <a:pPr indent="-311150" lvl="0" marL="457200" rtl="0" algn="l">
              <a:spcBef>
                <a:spcPts val="0"/>
              </a:spcBef>
              <a:spcAft>
                <a:spcPts val="0"/>
              </a:spcAft>
              <a:buClr>
                <a:schemeClr val="dk2"/>
              </a:buClr>
              <a:buSzPts val="1300"/>
              <a:buChar char="●"/>
            </a:pPr>
            <a:r>
              <a:rPr lang="en" sz="1300">
                <a:solidFill>
                  <a:schemeClr val="dk2"/>
                </a:solidFill>
              </a:rPr>
              <a:t>Final presentation?</a:t>
            </a:r>
            <a:endParaRPr sz="1300">
              <a:solidFill>
                <a:schemeClr val="dk2"/>
              </a:solidFill>
            </a:endParaRPr>
          </a:p>
        </p:txBody>
      </p:sp>
      <p:sp>
        <p:nvSpPr>
          <p:cNvPr id="599" name="Google Shape;599;p36"/>
          <p:cNvSpPr txBox="1"/>
          <p:nvPr/>
        </p:nvSpPr>
        <p:spPr>
          <a:xfrm rot="-5400000">
            <a:off x="-162210" y="2714083"/>
            <a:ext cx="94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Ubuntu"/>
                <a:ea typeface="Ubuntu"/>
                <a:cs typeface="Ubuntu"/>
                <a:sym typeface="Ubuntu"/>
              </a:rPr>
              <a:t>Week 12</a:t>
            </a:r>
            <a:endParaRPr b="1">
              <a:solidFill>
                <a:schemeClr val="dk2"/>
              </a:solidFill>
              <a:latin typeface="Ubuntu"/>
              <a:ea typeface="Ubuntu"/>
              <a:cs typeface="Ubuntu"/>
              <a:sym typeface="Ubuntu"/>
            </a:endParaRPr>
          </a:p>
        </p:txBody>
      </p:sp>
      <p:sp>
        <p:nvSpPr>
          <p:cNvPr id="600" name="Google Shape;600;p36"/>
          <p:cNvSpPr txBox="1"/>
          <p:nvPr/>
        </p:nvSpPr>
        <p:spPr>
          <a:xfrm rot="-5400000">
            <a:off x="-162210" y="3591496"/>
            <a:ext cx="94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Ubuntu"/>
                <a:ea typeface="Ubuntu"/>
                <a:cs typeface="Ubuntu"/>
                <a:sym typeface="Ubuntu"/>
              </a:rPr>
              <a:t>Week 13</a:t>
            </a:r>
            <a:endParaRPr b="1">
              <a:solidFill>
                <a:schemeClr val="dk2"/>
              </a:solidFill>
              <a:latin typeface="Ubuntu"/>
              <a:ea typeface="Ubuntu"/>
              <a:cs typeface="Ubuntu"/>
              <a:sym typeface="Ubuntu"/>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